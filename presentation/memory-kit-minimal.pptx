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IRA MARTINEZ Jose Vicente" userId="f9383d4a-919c-4d9f-bdfe-dafed22c1cbf" providerId="ADAL" clId="{F9DEF118-A89E-43CF-AF2B-83677B5B8F7F}"/>
    <pc:docChg chg="custSel modSld">
      <pc:chgData name="OLIVEIRA MARTINEZ Jose Vicente" userId="f9383d4a-919c-4d9f-bdfe-dafed22c1cbf" providerId="ADAL" clId="{F9DEF118-A89E-43CF-AF2B-83677B5B8F7F}" dt="2026-10-05T10:21:24.813" v="174"/>
      <pc:docMkLst>
        <pc:docMk/>
      </pc:docMkLst>
      <pc:sldChg chg="addSp modSp mod">
        <pc:chgData name="OLIVEIRA MARTINEZ Jose Vicente" userId="f9383d4a-919c-4d9f-bdfe-dafed22c1cbf" providerId="ADAL" clId="{F9DEF118-A89E-43CF-AF2B-83677B5B8F7F}" dt="2026-10-05T10:21:23.495" v="59"/>
        <pc:sldMkLst>
          <pc:docMk/>
          <pc:sldMk cId="0" sldId="256"/>
        </pc:sldMkLst>
        <pc:picChg chg="add mod">
          <ac:chgData name="OLIVEIRA MARTINEZ Jose Vicente" userId="f9383d4a-919c-4d9f-bdfe-dafed22c1cbf" providerId="ADAL" clId="{F9DEF118-A89E-43CF-AF2B-83677B5B8F7F}" dt="2026-10-05T10:21:22.867" v="4"/>
          <ac:picMkLst>
            <pc:docMk/>
            <pc:sldMk cId="0" sldId="256"/>
            <ac:picMk id="35" creationId="{61668D91-F213-89CF-E578-3E3B5E5EF7EB}"/>
          </ac:picMkLst>
        </pc:picChg>
        <pc:picChg chg="add mod">
          <ac:chgData name="OLIVEIRA MARTINEZ Jose Vicente" userId="f9383d4a-919c-4d9f-bdfe-dafed22c1cbf" providerId="ADAL" clId="{F9DEF118-A89E-43CF-AF2B-83677B5B8F7F}" dt="2026-10-05T10:21:22.936" v="9"/>
          <ac:picMkLst>
            <pc:docMk/>
            <pc:sldMk cId="0" sldId="256"/>
            <ac:picMk id="37" creationId="{953F9705-B944-4896-6DD3-035AB2378804}"/>
          </ac:picMkLst>
        </pc:picChg>
        <pc:picChg chg="add mod">
          <ac:chgData name="OLIVEIRA MARTINEZ Jose Vicente" userId="f9383d4a-919c-4d9f-bdfe-dafed22c1cbf" providerId="ADAL" clId="{F9DEF118-A89E-43CF-AF2B-83677B5B8F7F}" dt="2026-10-05T10:21:22.999" v="14"/>
          <ac:picMkLst>
            <pc:docMk/>
            <pc:sldMk cId="0" sldId="256"/>
            <ac:picMk id="39" creationId="{E1E10CDC-0FAB-DCB1-5D94-A0324002B20F}"/>
          </ac:picMkLst>
        </pc:picChg>
        <pc:picChg chg="add mod">
          <ac:chgData name="OLIVEIRA MARTINEZ Jose Vicente" userId="f9383d4a-919c-4d9f-bdfe-dafed22c1cbf" providerId="ADAL" clId="{F9DEF118-A89E-43CF-AF2B-83677B5B8F7F}" dt="2026-10-05T10:21:23.048" v="19"/>
          <ac:picMkLst>
            <pc:docMk/>
            <pc:sldMk cId="0" sldId="256"/>
            <ac:picMk id="41" creationId="{3F49A8DF-BE48-9D43-3167-91AB80CAF616}"/>
          </ac:picMkLst>
        </pc:picChg>
        <pc:picChg chg="add mod">
          <ac:chgData name="OLIVEIRA MARTINEZ Jose Vicente" userId="f9383d4a-919c-4d9f-bdfe-dafed22c1cbf" providerId="ADAL" clId="{F9DEF118-A89E-43CF-AF2B-83677B5B8F7F}" dt="2026-10-05T10:21:23.112" v="24"/>
          <ac:picMkLst>
            <pc:docMk/>
            <pc:sldMk cId="0" sldId="256"/>
            <ac:picMk id="43" creationId="{F926440A-7B37-05B0-3D5D-CB4135578856}"/>
          </ac:picMkLst>
        </pc:picChg>
        <pc:picChg chg="add mod">
          <ac:chgData name="OLIVEIRA MARTINEZ Jose Vicente" userId="f9383d4a-919c-4d9f-bdfe-dafed22c1cbf" providerId="ADAL" clId="{F9DEF118-A89E-43CF-AF2B-83677B5B8F7F}" dt="2026-10-05T10:21:23.169" v="29"/>
          <ac:picMkLst>
            <pc:docMk/>
            <pc:sldMk cId="0" sldId="256"/>
            <ac:picMk id="45" creationId="{A0362B2D-658B-BC6B-531A-6541C8C1F112}"/>
          </ac:picMkLst>
        </pc:picChg>
        <pc:picChg chg="add mod">
          <ac:chgData name="OLIVEIRA MARTINEZ Jose Vicente" userId="f9383d4a-919c-4d9f-bdfe-dafed22c1cbf" providerId="ADAL" clId="{F9DEF118-A89E-43CF-AF2B-83677B5B8F7F}" dt="2026-10-05T10:21:23.221" v="34"/>
          <ac:picMkLst>
            <pc:docMk/>
            <pc:sldMk cId="0" sldId="256"/>
            <ac:picMk id="47" creationId="{92162586-60B8-E0EF-247B-3245AEFD09CB}"/>
          </ac:picMkLst>
        </pc:picChg>
        <pc:picChg chg="add mod">
          <ac:chgData name="OLIVEIRA MARTINEZ Jose Vicente" userId="f9383d4a-919c-4d9f-bdfe-dafed22c1cbf" providerId="ADAL" clId="{F9DEF118-A89E-43CF-AF2B-83677B5B8F7F}" dt="2026-10-05T10:21:23.277" v="39"/>
          <ac:picMkLst>
            <pc:docMk/>
            <pc:sldMk cId="0" sldId="256"/>
            <ac:picMk id="49" creationId="{59ADFD1A-FBA3-F887-9396-8F3D0B6D190A}"/>
          </ac:picMkLst>
        </pc:picChg>
        <pc:picChg chg="add mod">
          <ac:chgData name="OLIVEIRA MARTINEZ Jose Vicente" userId="f9383d4a-919c-4d9f-bdfe-dafed22c1cbf" providerId="ADAL" clId="{F9DEF118-A89E-43CF-AF2B-83677B5B8F7F}" dt="2026-10-05T10:21:23.332" v="44"/>
          <ac:picMkLst>
            <pc:docMk/>
            <pc:sldMk cId="0" sldId="256"/>
            <ac:picMk id="51" creationId="{7CFE4560-9F65-0A7F-D139-97069F321935}"/>
          </ac:picMkLst>
        </pc:picChg>
        <pc:picChg chg="add mod">
          <ac:chgData name="OLIVEIRA MARTINEZ Jose Vicente" userId="f9383d4a-919c-4d9f-bdfe-dafed22c1cbf" providerId="ADAL" clId="{F9DEF118-A89E-43CF-AF2B-83677B5B8F7F}" dt="2026-10-05T10:21:23.380" v="49"/>
          <ac:picMkLst>
            <pc:docMk/>
            <pc:sldMk cId="0" sldId="256"/>
            <ac:picMk id="53" creationId="{49E8423E-F81F-1731-A31C-46A6CB00D6FB}"/>
          </ac:picMkLst>
        </pc:picChg>
        <pc:picChg chg="add mod">
          <ac:chgData name="OLIVEIRA MARTINEZ Jose Vicente" userId="f9383d4a-919c-4d9f-bdfe-dafed22c1cbf" providerId="ADAL" clId="{F9DEF118-A89E-43CF-AF2B-83677B5B8F7F}" dt="2026-10-05T10:21:23.427" v="54"/>
          <ac:picMkLst>
            <pc:docMk/>
            <pc:sldMk cId="0" sldId="256"/>
            <ac:picMk id="55" creationId="{2A1B81D3-02ED-A1C2-48D9-EDCE9B82FFC9}"/>
          </ac:picMkLst>
        </pc:picChg>
        <pc:picChg chg="add mod">
          <ac:chgData name="OLIVEIRA MARTINEZ Jose Vicente" userId="f9383d4a-919c-4d9f-bdfe-dafed22c1cbf" providerId="ADAL" clId="{F9DEF118-A89E-43CF-AF2B-83677B5B8F7F}" dt="2026-10-05T10:21:23.495" v="59"/>
          <ac:picMkLst>
            <pc:docMk/>
            <pc:sldMk cId="0" sldId="256"/>
            <ac:picMk id="57" creationId="{F6C83456-8FAB-BFB8-6FAF-644F0E75ACA5}"/>
          </ac:picMkLst>
        </pc:picChg>
      </pc:sldChg>
      <pc:sldChg chg="addSp modSp mod">
        <pc:chgData name="OLIVEIRA MARTINEZ Jose Vicente" userId="f9383d4a-919c-4d9f-bdfe-dafed22c1cbf" providerId="ADAL" clId="{F9DEF118-A89E-43CF-AF2B-83677B5B8F7F}" dt="2026-10-05T10:21:24.813" v="174"/>
        <pc:sldMkLst>
          <pc:docMk/>
          <pc:sldMk cId="0" sldId="257"/>
        </pc:sldMkLst>
        <pc:picChg chg="add mod">
          <ac:chgData name="OLIVEIRA MARTINEZ Jose Vicente" userId="f9383d4a-919c-4d9f-bdfe-dafed22c1cbf" providerId="ADAL" clId="{F9DEF118-A89E-43CF-AF2B-83677B5B8F7F}" dt="2026-10-05T10:21:23.545" v="64"/>
          <ac:picMkLst>
            <pc:docMk/>
            <pc:sldMk cId="0" sldId="257"/>
            <ac:picMk id="65" creationId="{C6363B6C-DA04-9247-41A7-DF7E61E92B4D}"/>
          </ac:picMkLst>
        </pc:picChg>
        <pc:picChg chg="add mod">
          <ac:chgData name="OLIVEIRA MARTINEZ Jose Vicente" userId="f9383d4a-919c-4d9f-bdfe-dafed22c1cbf" providerId="ADAL" clId="{F9DEF118-A89E-43CF-AF2B-83677B5B8F7F}" dt="2026-10-05T10:21:23.593" v="69"/>
          <ac:picMkLst>
            <pc:docMk/>
            <pc:sldMk cId="0" sldId="257"/>
            <ac:picMk id="67" creationId="{2B906073-E64F-4B77-7E70-64E9BAB9286D}"/>
          </ac:picMkLst>
        </pc:picChg>
        <pc:picChg chg="add mod">
          <ac:chgData name="OLIVEIRA MARTINEZ Jose Vicente" userId="f9383d4a-919c-4d9f-bdfe-dafed22c1cbf" providerId="ADAL" clId="{F9DEF118-A89E-43CF-AF2B-83677B5B8F7F}" dt="2026-10-05T10:21:23.651" v="74"/>
          <ac:picMkLst>
            <pc:docMk/>
            <pc:sldMk cId="0" sldId="257"/>
            <ac:picMk id="69" creationId="{2327D920-3B04-EC6F-2327-941B49F3CDCE}"/>
          </ac:picMkLst>
        </pc:picChg>
        <pc:picChg chg="add mod">
          <ac:chgData name="OLIVEIRA MARTINEZ Jose Vicente" userId="f9383d4a-919c-4d9f-bdfe-dafed22c1cbf" providerId="ADAL" clId="{F9DEF118-A89E-43CF-AF2B-83677B5B8F7F}" dt="2026-10-05T10:21:23.702" v="79"/>
          <ac:picMkLst>
            <pc:docMk/>
            <pc:sldMk cId="0" sldId="257"/>
            <ac:picMk id="71" creationId="{97885F22-EA95-311E-BB19-0DBD3726E4A7}"/>
          </ac:picMkLst>
        </pc:picChg>
        <pc:picChg chg="add mod">
          <ac:chgData name="OLIVEIRA MARTINEZ Jose Vicente" userId="f9383d4a-919c-4d9f-bdfe-dafed22c1cbf" providerId="ADAL" clId="{F9DEF118-A89E-43CF-AF2B-83677B5B8F7F}" dt="2026-10-05T10:21:23.751" v="84"/>
          <ac:picMkLst>
            <pc:docMk/>
            <pc:sldMk cId="0" sldId="257"/>
            <ac:picMk id="73" creationId="{EED471F6-57FE-1B3F-F1FE-4F8EEFAFC4AE}"/>
          </ac:picMkLst>
        </pc:picChg>
        <pc:picChg chg="add mod">
          <ac:chgData name="OLIVEIRA MARTINEZ Jose Vicente" userId="f9383d4a-919c-4d9f-bdfe-dafed22c1cbf" providerId="ADAL" clId="{F9DEF118-A89E-43CF-AF2B-83677B5B8F7F}" dt="2026-10-05T10:21:23.807" v="89"/>
          <ac:picMkLst>
            <pc:docMk/>
            <pc:sldMk cId="0" sldId="257"/>
            <ac:picMk id="75" creationId="{F76BF343-5868-8589-4D88-A309B20CE493}"/>
          </ac:picMkLst>
        </pc:picChg>
        <pc:picChg chg="add mod">
          <ac:chgData name="OLIVEIRA MARTINEZ Jose Vicente" userId="f9383d4a-919c-4d9f-bdfe-dafed22c1cbf" providerId="ADAL" clId="{F9DEF118-A89E-43CF-AF2B-83677B5B8F7F}" dt="2026-10-05T10:21:23.862" v="94"/>
          <ac:picMkLst>
            <pc:docMk/>
            <pc:sldMk cId="0" sldId="257"/>
            <ac:picMk id="77" creationId="{847D92CD-3183-754A-5395-13CCB807BD38}"/>
          </ac:picMkLst>
        </pc:picChg>
        <pc:picChg chg="add mod">
          <ac:chgData name="OLIVEIRA MARTINEZ Jose Vicente" userId="f9383d4a-919c-4d9f-bdfe-dafed22c1cbf" providerId="ADAL" clId="{F9DEF118-A89E-43CF-AF2B-83677B5B8F7F}" dt="2026-10-05T10:21:23.919" v="99"/>
          <ac:picMkLst>
            <pc:docMk/>
            <pc:sldMk cId="0" sldId="257"/>
            <ac:picMk id="79" creationId="{FE00C00C-BBDD-9918-D6C8-1C019857877C}"/>
          </ac:picMkLst>
        </pc:picChg>
        <pc:picChg chg="add mod">
          <ac:chgData name="OLIVEIRA MARTINEZ Jose Vicente" userId="f9383d4a-919c-4d9f-bdfe-dafed22c1cbf" providerId="ADAL" clId="{F9DEF118-A89E-43CF-AF2B-83677B5B8F7F}" dt="2026-10-05T10:21:23.975" v="104"/>
          <ac:picMkLst>
            <pc:docMk/>
            <pc:sldMk cId="0" sldId="257"/>
            <ac:picMk id="81" creationId="{224967DC-780A-5A9E-E9D3-7E63D649D62B}"/>
          </ac:picMkLst>
        </pc:picChg>
        <pc:picChg chg="add mod">
          <ac:chgData name="OLIVEIRA MARTINEZ Jose Vicente" userId="f9383d4a-919c-4d9f-bdfe-dafed22c1cbf" providerId="ADAL" clId="{F9DEF118-A89E-43CF-AF2B-83677B5B8F7F}" dt="2026-10-05T10:21:24.028" v="109"/>
          <ac:picMkLst>
            <pc:docMk/>
            <pc:sldMk cId="0" sldId="257"/>
            <ac:picMk id="83" creationId="{C908D301-DB80-10DD-6F03-F1B4B2EB2104}"/>
          </ac:picMkLst>
        </pc:picChg>
        <pc:picChg chg="add mod">
          <ac:chgData name="OLIVEIRA MARTINEZ Jose Vicente" userId="f9383d4a-919c-4d9f-bdfe-dafed22c1cbf" providerId="ADAL" clId="{F9DEF118-A89E-43CF-AF2B-83677B5B8F7F}" dt="2026-10-05T10:21:24.087" v="114"/>
          <ac:picMkLst>
            <pc:docMk/>
            <pc:sldMk cId="0" sldId="257"/>
            <ac:picMk id="85" creationId="{F48D6BBF-501C-9B59-0107-C33393578413}"/>
          </ac:picMkLst>
        </pc:picChg>
        <pc:picChg chg="add mod">
          <ac:chgData name="OLIVEIRA MARTINEZ Jose Vicente" userId="f9383d4a-919c-4d9f-bdfe-dafed22c1cbf" providerId="ADAL" clId="{F9DEF118-A89E-43CF-AF2B-83677B5B8F7F}" dt="2026-10-05T10:21:24.133" v="119"/>
          <ac:picMkLst>
            <pc:docMk/>
            <pc:sldMk cId="0" sldId="257"/>
            <ac:picMk id="87" creationId="{0ADECE7A-2FB0-4A48-6BF9-F4016A6B8696}"/>
          </ac:picMkLst>
        </pc:picChg>
        <pc:picChg chg="add mod">
          <ac:chgData name="OLIVEIRA MARTINEZ Jose Vicente" userId="f9383d4a-919c-4d9f-bdfe-dafed22c1cbf" providerId="ADAL" clId="{F9DEF118-A89E-43CF-AF2B-83677B5B8F7F}" dt="2026-10-05T10:21:24.195" v="124"/>
          <ac:picMkLst>
            <pc:docMk/>
            <pc:sldMk cId="0" sldId="257"/>
            <ac:picMk id="89" creationId="{9033F62B-DD6B-D94F-D229-8720A0E273F3}"/>
          </ac:picMkLst>
        </pc:picChg>
        <pc:picChg chg="add mod">
          <ac:chgData name="OLIVEIRA MARTINEZ Jose Vicente" userId="f9383d4a-919c-4d9f-bdfe-dafed22c1cbf" providerId="ADAL" clId="{F9DEF118-A89E-43CF-AF2B-83677B5B8F7F}" dt="2026-10-05T10:21:24.258" v="129"/>
          <ac:picMkLst>
            <pc:docMk/>
            <pc:sldMk cId="0" sldId="257"/>
            <ac:picMk id="91" creationId="{5316EA8B-05BB-87CC-0E4C-9E4E89EA6EC8}"/>
          </ac:picMkLst>
        </pc:picChg>
        <pc:picChg chg="add mod">
          <ac:chgData name="OLIVEIRA MARTINEZ Jose Vicente" userId="f9383d4a-919c-4d9f-bdfe-dafed22c1cbf" providerId="ADAL" clId="{F9DEF118-A89E-43CF-AF2B-83677B5B8F7F}" dt="2026-10-05T10:21:24.307" v="134"/>
          <ac:picMkLst>
            <pc:docMk/>
            <pc:sldMk cId="0" sldId="257"/>
            <ac:picMk id="93" creationId="{55C13325-E587-42F3-CFC0-AA9CD02CD339}"/>
          </ac:picMkLst>
        </pc:picChg>
        <pc:picChg chg="add mod">
          <ac:chgData name="OLIVEIRA MARTINEZ Jose Vicente" userId="f9383d4a-919c-4d9f-bdfe-dafed22c1cbf" providerId="ADAL" clId="{F9DEF118-A89E-43CF-AF2B-83677B5B8F7F}" dt="2026-10-05T10:21:24.372" v="139"/>
          <ac:picMkLst>
            <pc:docMk/>
            <pc:sldMk cId="0" sldId="257"/>
            <ac:picMk id="95" creationId="{CB66BB42-3CF1-95C6-5354-95928EBE670C}"/>
          </ac:picMkLst>
        </pc:picChg>
        <pc:picChg chg="add mod">
          <ac:chgData name="OLIVEIRA MARTINEZ Jose Vicente" userId="f9383d4a-919c-4d9f-bdfe-dafed22c1cbf" providerId="ADAL" clId="{F9DEF118-A89E-43CF-AF2B-83677B5B8F7F}" dt="2026-10-05T10:21:24.465" v="144"/>
          <ac:picMkLst>
            <pc:docMk/>
            <pc:sldMk cId="0" sldId="257"/>
            <ac:picMk id="97" creationId="{195709C4-A29D-9D1F-3460-BCE0B07A642E}"/>
          </ac:picMkLst>
        </pc:picChg>
        <pc:picChg chg="add mod">
          <ac:chgData name="OLIVEIRA MARTINEZ Jose Vicente" userId="f9383d4a-919c-4d9f-bdfe-dafed22c1cbf" providerId="ADAL" clId="{F9DEF118-A89E-43CF-AF2B-83677B5B8F7F}" dt="2026-10-05T10:21:24.522" v="149"/>
          <ac:picMkLst>
            <pc:docMk/>
            <pc:sldMk cId="0" sldId="257"/>
            <ac:picMk id="99" creationId="{83C42EDD-EFCE-44DC-DCD3-9D1A6597F175}"/>
          </ac:picMkLst>
        </pc:picChg>
        <pc:picChg chg="add mod">
          <ac:chgData name="OLIVEIRA MARTINEZ Jose Vicente" userId="f9383d4a-919c-4d9f-bdfe-dafed22c1cbf" providerId="ADAL" clId="{F9DEF118-A89E-43CF-AF2B-83677B5B8F7F}" dt="2026-10-05T10:21:24.593" v="154"/>
          <ac:picMkLst>
            <pc:docMk/>
            <pc:sldMk cId="0" sldId="257"/>
            <ac:picMk id="101" creationId="{91754C1E-13F6-F25B-3BAA-2DD870EFBCDE}"/>
          </ac:picMkLst>
        </pc:picChg>
        <pc:picChg chg="add mod">
          <ac:chgData name="OLIVEIRA MARTINEZ Jose Vicente" userId="f9383d4a-919c-4d9f-bdfe-dafed22c1cbf" providerId="ADAL" clId="{F9DEF118-A89E-43CF-AF2B-83677B5B8F7F}" dt="2026-10-05T10:21:24.643" v="159"/>
          <ac:picMkLst>
            <pc:docMk/>
            <pc:sldMk cId="0" sldId="257"/>
            <ac:picMk id="103" creationId="{978E81E1-4E5F-D9C8-B9C0-B2BFE965F933}"/>
          </ac:picMkLst>
        </pc:picChg>
        <pc:picChg chg="add mod">
          <ac:chgData name="OLIVEIRA MARTINEZ Jose Vicente" userId="f9383d4a-919c-4d9f-bdfe-dafed22c1cbf" providerId="ADAL" clId="{F9DEF118-A89E-43CF-AF2B-83677B5B8F7F}" dt="2026-10-05T10:21:24.696" v="164"/>
          <ac:picMkLst>
            <pc:docMk/>
            <pc:sldMk cId="0" sldId="257"/>
            <ac:picMk id="105" creationId="{7D9E5097-6798-B89D-6F3A-DD5A2A56251F}"/>
          </ac:picMkLst>
        </pc:picChg>
        <pc:picChg chg="add mod">
          <ac:chgData name="OLIVEIRA MARTINEZ Jose Vicente" userId="f9383d4a-919c-4d9f-bdfe-dafed22c1cbf" providerId="ADAL" clId="{F9DEF118-A89E-43CF-AF2B-83677B5B8F7F}" dt="2026-10-05T10:21:24.761" v="169"/>
          <ac:picMkLst>
            <pc:docMk/>
            <pc:sldMk cId="0" sldId="257"/>
            <ac:picMk id="107" creationId="{B10374C6-C350-0AE5-39C0-4097269518AF}"/>
          </ac:picMkLst>
        </pc:picChg>
        <pc:picChg chg="add mod">
          <ac:chgData name="OLIVEIRA MARTINEZ Jose Vicente" userId="f9383d4a-919c-4d9f-bdfe-dafed22c1cbf" providerId="ADAL" clId="{F9DEF118-A89E-43CF-AF2B-83677B5B8F7F}" dt="2026-10-05T10:21:24.813" v="174"/>
          <ac:picMkLst>
            <pc:docMk/>
            <pc:sldMk cId="0" sldId="257"/>
            <ac:picMk id="109" creationId="{751ECD32-F31B-6E86-6F9E-1A901E50B2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48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 — 15 min. The slide is one loop: walk it left → right → back along the bottom.</a:t>
            </a:r>
          </a:p>
          <a:p>
            <a:endParaRPr/>
          </a:p>
          <a:p>
            <a:r>
              <a:t>[0:00–2:00] HOOK — grey "Chat" circle</a:t>
            </a:r>
          </a:p>
          <a:p>
            <a:r>
              <a:t>- Who has lost a good agent session to a context reset, or to a compaction that kept the wrong things?</a:t>
            </a:r>
          </a:p>
          <a:p>
            <a:r>
              <a:t>- Chat grows fast and gets noisy while iterating. Compaction shrinks it, but doesn't keep only what matters.</a:t>
            </a:r>
          </a:p>
          <a:p>
            <a:r>
              <a:t>- Agents rush to write new code instead of first gathering what we already know.</a:t>
            </a:r>
          </a:p>
          <a:p>
            <a:endParaRPr/>
          </a:p>
          <a:p>
            <a:r>
              <a:t>[2:00–3:30] THE IDEA — MEMORY.md chip</a:t>
            </a:r>
          </a:p>
          <a:p>
            <a:r>
              <a:t>- Move knowledge out of the chat into a structured memory, and force agents to use it.</a:t>
            </a:r>
          </a:p>
          <a:p>
            <a:r>
              <a:t>- The whole system is one Markdown file: the model, the rules, three verbs.</a:t>
            </a:r>
          </a:p>
          <a:p>
            <a:r>
              <a:t>- Works with any agent (Copilot, Claude Code, Cursor, Aider). No build, no dependencies.</a:t>
            </a:r>
          </a:p>
          <a:p>
            <a:endParaRPr/>
          </a:p>
          <a:p>
            <a:r>
              <a:t>[3:30–5:30] CAPTURE — red arrow (camera)</a:t>
            </a:r>
          </a:p>
          <a:p>
            <a:r>
              <a:t>- Before a reset or a handoff: append a raw checkpoint to L0 — state, actions, what worked, what failed, hypotheses, next steps.</a:t>
            </a:r>
          </a:p>
          <a:p>
            <a:r>
              <a:t>- "Capture fast, curate later": no analysis, so it is cheap enough to actually happen.</a:t>
            </a:r>
          </a:p>
          <a:p>
            <a:endParaRPr/>
          </a:p>
          <a:p>
            <a:r>
              <a:t>[5:30–8:30] FOUR LEVELS — flame (hot) to snowflake (cold)</a:t>
            </a:r>
          </a:p>
          <a:p>
            <a:r>
              <a:t>- L0 Scratchpad: raw, git-ignored, ephemeral.</a:t>
            </a:r>
          </a:p>
          <a:p>
            <a:r>
              <a:t>- L1 Task: working signal for the current task, cleaned when the task ends.</a:t>
            </a:r>
          </a:p>
          <a:p>
            <a:r>
              <a:t>- L2 Module: durable lessons beside the code, including known failures.</a:t>
            </a:r>
          </a:p>
          <a:p>
            <a:r>
              <a:t>- L3 Global: curated, cross-cutting truth in docs/ — can be HTML for humans.</a:t>
            </a:r>
          </a:p>
          <a:p>
            <a:r>
              <a:t>- Authority: colder wins — L3 &gt; L2 &gt; L1 &gt; L0 &gt; Chat. If docs and code disagree, trust the running code, then fix the docs.</a:t>
            </a:r>
          </a:p>
          <a:p>
            <a:endParaRPr/>
          </a:p>
          <a:p>
            <a:r>
              <a:t>[8:30–11:00] CURATE — teal arc (sparkles + approval badge)</a:t>
            </a:r>
          </a:p>
          <a:p>
            <a:r>
              <a:t>- Promotion must be earned: validated, reusable, stable, not contradicted.</a:t>
            </a:r>
          </a:p>
          <a:p>
            <a:r>
              <a:t>- Cleanup over accumulation: keep, merge, summarize, promote, archive, delete, reset.</a:t>
            </a:r>
          </a:p>
          <a:p>
            <a:r>
              <a:t>- Failures are valuable: anti-patterns move up as known failures — never silently deleted.</a:t>
            </a:r>
          </a:p>
          <a:p>
            <a:r>
              <a:t>- Approval-first: the agent proposes a plan per file and stops. You decide what becomes durable.</a:t>
            </a:r>
          </a:p>
          <a:p>
            <a:endParaRPr/>
          </a:p>
          <a:p>
            <a:r>
              <a:t>[11:00–13:00] RECALL — blue arc back to the chat (magnifier)</a:t>
            </a:r>
          </a:p>
          <a:p>
            <a:r>
              <a:t>- At the start of every task: a read-only briefing from all levels plus the code.</a:t>
            </a:r>
          </a:p>
          <a:p>
            <a:r>
              <a:t>- Separates facts from uncertainty, lists failed paths, surfaces conflicts, declares missing sources.</a:t>
            </a:r>
          </a:p>
          <a:p>
            <a:r>
              <a:t>- This is the "think first" step agents skip. And token economy: a fresh session reads a few curated files instead of a bloated chat.</a:t>
            </a:r>
          </a:p>
          <a:p>
            <a:endParaRPr/>
          </a:p>
          <a:p>
            <a:r>
              <a:t>[13:00–15:00] CLOSE — the question at the bottom</a:t>
            </a:r>
          </a:p>
          <a:p>
            <a:r>
              <a:t>- Adoption in ~1 minute: copy the folder, add one line to your agent instructions, set two paths.</a:t>
            </a:r>
          </a:p>
          <a:p>
            <a:r>
              <a:t>- When agents write most of the code, review shifts to knowledge: decisions, constraints, known failures.</a:t>
            </a:r>
          </a:p>
          <a:p>
            <a:r>
              <a:t>- "Why review code when you can validate knowledge?" → Q&amp;A. Details on hidden slide 2 (type 2 + Enter).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HIDDEN BACKUP SLIDE — skipped during the slideshow.</a:t>
            </a:r>
          </a:p>
          <a:p>
            <a:r>
              <a:t>- Q&amp;A: during the slideshow, type 2 then Enter to jump here; type 1 then Enter to go back.</a:t>
            </a:r>
          </a:p>
          <a:p>
            <a:r>
              <a:t>- Also usable as a one-page handout (File &gt; Print includes hidden slides when "Print hidden slides" is checked).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9.svg"/><Relationship Id="rId3" Type="http://schemas.openxmlformats.org/officeDocument/2006/relationships/image" Target="../media/image3.svg"/><Relationship Id="rId7" Type="http://schemas.openxmlformats.org/officeDocument/2006/relationships/image" Target="../media/image4.sv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17.svg"/><Relationship Id="rId5" Type="http://schemas.openxmlformats.org/officeDocument/2006/relationships/image" Target="../media/image14.svg"/><Relationship Id="rId15" Type="http://schemas.openxmlformats.org/officeDocument/2006/relationships/image" Target="../media/image21.svg"/><Relationship Id="rId10" Type="http://schemas.openxmlformats.org/officeDocument/2006/relationships/image" Target="../media/image16.svg"/><Relationship Id="rId4" Type="http://schemas.openxmlformats.org/officeDocument/2006/relationships/image" Target="../media/image13.svg"/><Relationship Id="rId9" Type="http://schemas.openxmlformats.org/officeDocument/2006/relationships/image" Target="../media/image6.svg"/><Relationship Id="rId1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57067" cy="82296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57067" cy="82296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57067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57067" cy="822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200" b="1" i="0" spc="150">
                <a:solidFill>
                  <a:srgbClr val="1D4E89"/>
                </a:solidFill>
                <a:latin typeface="Segoe UI"/>
              </a:rPr>
              <a:t>memory-kit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3400" b="1" i="0">
                <a:solidFill>
                  <a:srgbClr val="0F172A"/>
                </a:solidFill>
                <a:latin typeface="Segoe UI"/>
              </a:rPr>
              <a:t>Chat forgets. Memory doesn't.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5695" y="603504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54335" y="603504"/>
            <a:ext cx="1243584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400" b="1" i="0">
                <a:solidFill>
                  <a:srgbClr val="0F172A"/>
                </a:solidFill>
                <a:latin typeface="Consolas"/>
              </a:rPr>
              <a:t>MEMORY.md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355848"/>
            <a:ext cx="6309360" cy="146304"/>
          </a:xfrm>
          <a:prstGeom prst="rect">
            <a:avLst/>
          </a:prstGeom>
          <a:gradFill rotWithShape="1">
            <a:gsLst>
              <a:gs pos="0">
                <a:srgbClr val="E4572E"/>
              </a:gs>
              <a:gs pos="33333">
                <a:srgbClr val="F3A712"/>
              </a:gs>
              <a:gs pos="66666">
                <a:srgbClr val="2A9D8F"/>
              </a:gs>
              <a:gs pos="100000">
                <a:srgbClr val="1D4E8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2084832" y="3429000"/>
            <a:ext cx="1819655" cy="0"/>
          </a:xfrm>
          <a:prstGeom prst="line">
            <a:avLst/>
          </a:prstGeom>
          <a:ln w="34925" cap="rnd">
            <a:solidFill>
              <a:srgbClr val="E45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5031066" y="1908343"/>
            <a:ext cx="5391227" cy="1061590"/>
          </a:xfrm>
          <a:custGeom>
            <a:avLst/>
            <a:gdLst/>
            <a:ahLst/>
            <a:cxnLst/>
            <a:rect l="l" t="t" r="r" b="b"/>
            <a:pathLst>
              <a:path w="5391227" h="1061590">
                <a:moveTo>
                  <a:pt x="0" y="1061590"/>
                </a:moveTo>
                <a:lnTo>
                  <a:pt x="32436" y="996278"/>
                </a:lnTo>
                <a:lnTo>
                  <a:pt x="69805" y="933038"/>
                </a:lnTo>
                <a:lnTo>
                  <a:pt x="111949" y="871872"/>
                </a:lnTo>
                <a:lnTo>
                  <a:pt x="158709" y="812780"/>
                </a:lnTo>
                <a:lnTo>
                  <a:pt x="209924" y="755761"/>
                </a:lnTo>
                <a:lnTo>
                  <a:pt x="265436" y="700815"/>
                </a:lnTo>
                <a:lnTo>
                  <a:pt x="325086" y="647943"/>
                </a:lnTo>
                <a:lnTo>
                  <a:pt x="388714" y="597144"/>
                </a:lnTo>
                <a:lnTo>
                  <a:pt x="456163" y="548419"/>
                </a:lnTo>
                <a:lnTo>
                  <a:pt x="527271" y="501767"/>
                </a:lnTo>
                <a:lnTo>
                  <a:pt x="601881" y="457189"/>
                </a:lnTo>
                <a:lnTo>
                  <a:pt x="679832" y="414684"/>
                </a:lnTo>
                <a:lnTo>
                  <a:pt x="760967" y="374252"/>
                </a:lnTo>
                <a:lnTo>
                  <a:pt x="845125" y="335894"/>
                </a:lnTo>
                <a:lnTo>
                  <a:pt x="932148" y="299609"/>
                </a:lnTo>
                <a:lnTo>
                  <a:pt x="1021877" y="265397"/>
                </a:lnTo>
                <a:lnTo>
                  <a:pt x="1114151" y="233260"/>
                </a:lnTo>
                <a:lnTo>
                  <a:pt x="1208813" y="203195"/>
                </a:lnTo>
                <a:lnTo>
                  <a:pt x="1305703" y="175204"/>
                </a:lnTo>
                <a:lnTo>
                  <a:pt x="1404662" y="149286"/>
                </a:lnTo>
                <a:lnTo>
                  <a:pt x="1505531" y="125442"/>
                </a:lnTo>
                <a:lnTo>
                  <a:pt x="1608150" y="103671"/>
                </a:lnTo>
                <a:lnTo>
                  <a:pt x="1712361" y="83973"/>
                </a:lnTo>
                <a:lnTo>
                  <a:pt x="1818004" y="66349"/>
                </a:lnTo>
                <a:lnTo>
                  <a:pt x="1924920" y="50799"/>
                </a:lnTo>
                <a:lnTo>
                  <a:pt x="2032950" y="37321"/>
                </a:lnTo>
                <a:lnTo>
                  <a:pt x="2141935" y="25918"/>
                </a:lnTo>
                <a:lnTo>
                  <a:pt x="2251716" y="16587"/>
                </a:lnTo>
                <a:lnTo>
                  <a:pt x="2362133" y="9330"/>
                </a:lnTo>
                <a:lnTo>
                  <a:pt x="2473028" y="4147"/>
                </a:lnTo>
                <a:lnTo>
                  <a:pt x="2584241" y="1037"/>
                </a:lnTo>
                <a:lnTo>
                  <a:pt x="2695613" y="0"/>
                </a:lnTo>
                <a:lnTo>
                  <a:pt x="2806986" y="1037"/>
                </a:lnTo>
                <a:lnTo>
                  <a:pt x="2918199" y="4147"/>
                </a:lnTo>
                <a:lnTo>
                  <a:pt x="3029094" y="9330"/>
                </a:lnTo>
                <a:lnTo>
                  <a:pt x="3139511" y="16587"/>
                </a:lnTo>
                <a:lnTo>
                  <a:pt x="3249292" y="25918"/>
                </a:lnTo>
                <a:lnTo>
                  <a:pt x="3358277" y="37321"/>
                </a:lnTo>
                <a:lnTo>
                  <a:pt x="3466307" y="50799"/>
                </a:lnTo>
                <a:lnTo>
                  <a:pt x="3573223" y="66349"/>
                </a:lnTo>
                <a:lnTo>
                  <a:pt x="3678866" y="83973"/>
                </a:lnTo>
                <a:lnTo>
                  <a:pt x="3783077" y="103671"/>
                </a:lnTo>
                <a:lnTo>
                  <a:pt x="3885696" y="125442"/>
                </a:lnTo>
                <a:lnTo>
                  <a:pt x="3986565" y="149286"/>
                </a:lnTo>
                <a:lnTo>
                  <a:pt x="4085524" y="175204"/>
                </a:lnTo>
                <a:lnTo>
                  <a:pt x="4182414" y="203195"/>
                </a:lnTo>
                <a:lnTo>
                  <a:pt x="4277076" y="233260"/>
                </a:lnTo>
                <a:lnTo>
                  <a:pt x="4369350" y="265397"/>
                </a:lnTo>
                <a:lnTo>
                  <a:pt x="4459079" y="299609"/>
                </a:lnTo>
                <a:lnTo>
                  <a:pt x="4546102" y="335894"/>
                </a:lnTo>
                <a:lnTo>
                  <a:pt x="4630260" y="374252"/>
                </a:lnTo>
                <a:lnTo>
                  <a:pt x="4711395" y="414684"/>
                </a:lnTo>
                <a:lnTo>
                  <a:pt x="4789346" y="457189"/>
                </a:lnTo>
                <a:lnTo>
                  <a:pt x="4863956" y="501767"/>
                </a:lnTo>
                <a:lnTo>
                  <a:pt x="4935064" y="548419"/>
                </a:lnTo>
                <a:lnTo>
                  <a:pt x="5002513" y="597144"/>
                </a:lnTo>
                <a:lnTo>
                  <a:pt x="5066141" y="647943"/>
                </a:lnTo>
                <a:lnTo>
                  <a:pt x="5125791" y="700815"/>
                </a:lnTo>
                <a:lnTo>
                  <a:pt x="5181303" y="755761"/>
                </a:lnTo>
                <a:lnTo>
                  <a:pt x="5232518" y="812780"/>
                </a:lnTo>
                <a:lnTo>
                  <a:pt x="5279278" y="871872"/>
                </a:lnTo>
                <a:lnTo>
                  <a:pt x="5321422" y="933038"/>
                </a:lnTo>
                <a:lnTo>
                  <a:pt x="5358791" y="996278"/>
                </a:lnTo>
                <a:lnTo>
                  <a:pt x="5391227" y="1061590"/>
                </a:lnTo>
              </a:path>
            </a:pathLst>
          </a:custGeom>
          <a:noFill/>
          <a:ln w="34925" cap="rnd">
            <a:solidFill>
              <a:srgbClr val="2A9D8F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1876386" y="3888066"/>
            <a:ext cx="8545907" cy="1233040"/>
          </a:xfrm>
          <a:custGeom>
            <a:avLst/>
            <a:gdLst/>
            <a:ahLst/>
            <a:cxnLst/>
            <a:rect l="l" t="t" r="r" b="b"/>
            <a:pathLst>
              <a:path w="8545907" h="1233040">
                <a:moveTo>
                  <a:pt x="8545907" y="0"/>
                </a:moveTo>
                <a:lnTo>
                  <a:pt x="8507097" y="75861"/>
                </a:lnTo>
                <a:lnTo>
                  <a:pt x="8459266" y="149313"/>
                </a:lnTo>
                <a:lnTo>
                  <a:pt x="8402705" y="220358"/>
                </a:lnTo>
                <a:lnTo>
                  <a:pt x="8337706" y="288994"/>
                </a:lnTo>
                <a:lnTo>
                  <a:pt x="8264558" y="355221"/>
                </a:lnTo>
                <a:lnTo>
                  <a:pt x="8183553" y="419041"/>
                </a:lnTo>
                <a:lnTo>
                  <a:pt x="8094983" y="480452"/>
                </a:lnTo>
                <a:lnTo>
                  <a:pt x="7999137" y="539455"/>
                </a:lnTo>
                <a:lnTo>
                  <a:pt x="7896308" y="596050"/>
                </a:lnTo>
                <a:lnTo>
                  <a:pt x="7786785" y="650236"/>
                </a:lnTo>
                <a:lnTo>
                  <a:pt x="7670861" y="702014"/>
                </a:lnTo>
                <a:lnTo>
                  <a:pt x="7548825" y="751384"/>
                </a:lnTo>
                <a:lnTo>
                  <a:pt x="7420970" y="798345"/>
                </a:lnTo>
                <a:lnTo>
                  <a:pt x="7287586" y="842898"/>
                </a:lnTo>
                <a:lnTo>
                  <a:pt x="7148963" y="885043"/>
                </a:lnTo>
                <a:lnTo>
                  <a:pt x="7005394" y="924780"/>
                </a:lnTo>
                <a:lnTo>
                  <a:pt x="6857169" y="962108"/>
                </a:lnTo>
                <a:lnTo>
                  <a:pt x="6704579" y="997028"/>
                </a:lnTo>
                <a:lnTo>
                  <a:pt x="6547915" y="1029540"/>
                </a:lnTo>
                <a:lnTo>
                  <a:pt x="6387467" y="1059644"/>
                </a:lnTo>
                <a:lnTo>
                  <a:pt x="6223528" y="1087339"/>
                </a:lnTo>
                <a:lnTo>
                  <a:pt x="6056388" y="1112626"/>
                </a:lnTo>
                <a:lnTo>
                  <a:pt x="5886338" y="1135505"/>
                </a:lnTo>
                <a:lnTo>
                  <a:pt x="5713669" y="1155975"/>
                </a:lnTo>
                <a:lnTo>
                  <a:pt x="5538672" y="1174037"/>
                </a:lnTo>
                <a:lnTo>
                  <a:pt x="5361638" y="1189691"/>
                </a:lnTo>
                <a:lnTo>
                  <a:pt x="5182858" y="1202937"/>
                </a:lnTo>
                <a:lnTo>
                  <a:pt x="5002623" y="1213774"/>
                </a:lnTo>
                <a:lnTo>
                  <a:pt x="4821224" y="1222203"/>
                </a:lnTo>
                <a:lnTo>
                  <a:pt x="4638952" y="1228224"/>
                </a:lnTo>
                <a:lnTo>
                  <a:pt x="4456098" y="1231836"/>
                </a:lnTo>
                <a:lnTo>
                  <a:pt x="4272954" y="1233040"/>
                </a:lnTo>
                <a:lnTo>
                  <a:pt x="4089809" y="1231836"/>
                </a:lnTo>
                <a:lnTo>
                  <a:pt x="3906955" y="1228224"/>
                </a:lnTo>
                <a:lnTo>
                  <a:pt x="3724683" y="1222203"/>
                </a:lnTo>
                <a:lnTo>
                  <a:pt x="3543284" y="1213774"/>
                </a:lnTo>
                <a:lnTo>
                  <a:pt x="3363049" y="1202937"/>
                </a:lnTo>
                <a:lnTo>
                  <a:pt x="3184269" y="1189691"/>
                </a:lnTo>
                <a:lnTo>
                  <a:pt x="3007235" y="1174037"/>
                </a:lnTo>
                <a:lnTo>
                  <a:pt x="2832238" y="1155975"/>
                </a:lnTo>
                <a:lnTo>
                  <a:pt x="2659569" y="1135505"/>
                </a:lnTo>
                <a:lnTo>
                  <a:pt x="2489519" y="1112626"/>
                </a:lnTo>
                <a:lnTo>
                  <a:pt x="2322379" y="1087339"/>
                </a:lnTo>
                <a:lnTo>
                  <a:pt x="2158440" y="1059644"/>
                </a:lnTo>
                <a:lnTo>
                  <a:pt x="1997992" y="1029540"/>
                </a:lnTo>
                <a:lnTo>
                  <a:pt x="1841328" y="997028"/>
                </a:lnTo>
                <a:lnTo>
                  <a:pt x="1688738" y="962108"/>
                </a:lnTo>
                <a:lnTo>
                  <a:pt x="1540513" y="924780"/>
                </a:lnTo>
                <a:lnTo>
                  <a:pt x="1396944" y="885043"/>
                </a:lnTo>
                <a:lnTo>
                  <a:pt x="1258321" y="842898"/>
                </a:lnTo>
                <a:lnTo>
                  <a:pt x="1124937" y="798345"/>
                </a:lnTo>
                <a:lnTo>
                  <a:pt x="997082" y="751384"/>
                </a:lnTo>
                <a:lnTo>
                  <a:pt x="875046" y="702014"/>
                </a:lnTo>
                <a:lnTo>
                  <a:pt x="759122" y="650236"/>
                </a:lnTo>
                <a:lnTo>
                  <a:pt x="649599" y="596050"/>
                </a:lnTo>
                <a:lnTo>
                  <a:pt x="546770" y="539455"/>
                </a:lnTo>
                <a:lnTo>
                  <a:pt x="450924" y="480452"/>
                </a:lnTo>
                <a:lnTo>
                  <a:pt x="362354" y="419041"/>
                </a:lnTo>
                <a:lnTo>
                  <a:pt x="281349" y="355221"/>
                </a:lnTo>
                <a:lnTo>
                  <a:pt x="208201" y="288994"/>
                </a:lnTo>
                <a:lnTo>
                  <a:pt x="143202" y="220358"/>
                </a:lnTo>
                <a:lnTo>
                  <a:pt x="86641" y="149313"/>
                </a:lnTo>
                <a:lnTo>
                  <a:pt x="38810" y="75861"/>
                </a:lnTo>
                <a:lnTo>
                  <a:pt x="0" y="0"/>
                </a:lnTo>
              </a:path>
            </a:pathLst>
          </a:custGeom>
          <a:noFill/>
          <a:ln w="34925" cap="rnd">
            <a:solidFill>
              <a:srgbClr val="1D4E89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2834640"/>
            <a:ext cx="1188720" cy="1188720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78224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600" b="1" i="0">
                <a:solidFill>
                  <a:srgbClr val="475569"/>
                </a:solidFill>
                <a:latin typeface="Segoe UI"/>
              </a:rPr>
              <a:t>Chat</a:t>
            </a:r>
          </a:p>
        </p:txBody>
      </p:sp>
      <p:sp>
        <p:nvSpPr>
          <p:cNvPr id="16" name="Oval 15"/>
          <p:cNvSpPr/>
          <p:nvPr/>
        </p:nvSpPr>
        <p:spPr>
          <a:xfrm>
            <a:off x="3977639" y="2834640"/>
            <a:ext cx="1188720" cy="118872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4078224"/>
            <a:ext cx="164592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600" b="1" i="0">
                <a:solidFill>
                  <a:srgbClr val="E4572E"/>
                </a:solidFill>
                <a:latin typeface="Segoe UI"/>
              </a:rPr>
              <a:t>L0</a:t>
            </a:r>
          </a:p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Scratchpad</a:t>
            </a:r>
          </a:p>
        </p:txBody>
      </p:sp>
      <p:sp>
        <p:nvSpPr>
          <p:cNvPr id="18" name="Oval 17"/>
          <p:cNvSpPr/>
          <p:nvPr/>
        </p:nvSpPr>
        <p:spPr>
          <a:xfrm>
            <a:off x="6080759" y="2834640"/>
            <a:ext cx="1188720" cy="1188720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59" y="4078224"/>
            <a:ext cx="164592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600" b="1" i="0">
                <a:solidFill>
                  <a:srgbClr val="B7791F"/>
                </a:solidFill>
                <a:latin typeface="Segoe UI"/>
              </a:rPr>
              <a:t>L1</a:t>
            </a:r>
          </a:p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Task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2834640"/>
            <a:ext cx="1188720" cy="11887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4078224"/>
            <a:ext cx="164592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600" b="1" i="0">
                <a:solidFill>
                  <a:srgbClr val="2A9D8F"/>
                </a:solidFill>
                <a:latin typeface="Segoe UI"/>
              </a:rPr>
              <a:t>L2</a:t>
            </a:r>
          </a:p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Module</a:t>
            </a:r>
          </a:p>
        </p:txBody>
      </p:sp>
      <p:sp>
        <p:nvSpPr>
          <p:cNvPr id="22" name="Oval 21"/>
          <p:cNvSpPr/>
          <p:nvPr/>
        </p:nvSpPr>
        <p:spPr>
          <a:xfrm>
            <a:off x="10287000" y="2834640"/>
            <a:ext cx="1188720" cy="11887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0" y="4078224"/>
            <a:ext cx="164592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600" b="1" i="0">
                <a:solidFill>
                  <a:srgbClr val="1D4E89"/>
                </a:solidFill>
                <a:latin typeface="Segoe UI"/>
              </a:rPr>
              <a:t>L3</a:t>
            </a:r>
          </a:p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Global</a:t>
            </a:r>
          </a:p>
        </p:txBody>
      </p:sp>
      <p:sp>
        <p:nvSpPr>
          <p:cNvPr id="24" name="Oval 23"/>
          <p:cNvSpPr/>
          <p:nvPr/>
        </p:nvSpPr>
        <p:spPr>
          <a:xfrm>
            <a:off x="3941416" y="2798416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091319" y="2798416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656332" y="3090672"/>
            <a:ext cx="676656" cy="6766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71700" y="3813048"/>
            <a:ext cx="164592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500" b="1" i="0">
                <a:solidFill>
                  <a:srgbClr val="E4572E"/>
                </a:solidFill>
                <a:latin typeface="Segoe UI"/>
              </a:rPr>
              <a:t>Capture</a:t>
            </a:r>
          </a:p>
        </p:txBody>
      </p:sp>
      <p:sp>
        <p:nvSpPr>
          <p:cNvPr id="28" name="Oval 27"/>
          <p:cNvSpPr/>
          <p:nvPr/>
        </p:nvSpPr>
        <p:spPr>
          <a:xfrm>
            <a:off x="7388352" y="1570015"/>
            <a:ext cx="676656" cy="6766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19" y="2292391"/>
            <a:ext cx="164592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500" b="1" i="0">
                <a:solidFill>
                  <a:srgbClr val="2A9D8F"/>
                </a:solidFill>
                <a:latin typeface="Segoe UI"/>
              </a:rPr>
              <a:t>Curate</a:t>
            </a:r>
          </a:p>
        </p:txBody>
      </p:sp>
      <p:sp>
        <p:nvSpPr>
          <p:cNvPr id="30" name="Oval 29"/>
          <p:cNvSpPr/>
          <p:nvPr/>
        </p:nvSpPr>
        <p:spPr>
          <a:xfrm>
            <a:off x="7882127" y="1441999"/>
            <a:ext cx="347472" cy="34747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811012" y="4782778"/>
            <a:ext cx="676656" cy="6766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26379" y="5505154"/>
            <a:ext cx="164592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500" b="1" i="0">
                <a:solidFill>
                  <a:srgbClr val="1D4E89"/>
                </a:solidFill>
                <a:latin typeface="Segoe UI"/>
              </a:rPr>
              <a:t>Recall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53328"/>
            <a:ext cx="11277295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2000" b="0" i="1">
                <a:solidFill>
                  <a:srgbClr val="0F172A"/>
                </a:solidFill>
                <a:latin typeface="Segoe UI"/>
              </a:rPr>
              <a:t>Why review code when you can validate knowledge?</a:t>
            </a:r>
          </a:p>
        </p:txBody>
      </p:sp>
      <p:pic>
        <p:nvPicPr>
          <p:cNvPr id="35" name="icon file-text" descr="file text icon">
            <a:extLst>
              <a:ext uri="{FF2B5EF4-FFF2-40B4-BE49-F238E27FC236}">
                <a16:creationId xmlns:a16="http://schemas.microsoft.com/office/drawing/2014/main" id="{61668D91-F213-89CF-E578-3E3B5E5EF7E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6007" y="704088"/>
            <a:ext cx="274320" cy="274320"/>
          </a:xfrm>
          <a:prstGeom prst="rect">
            <a:avLst/>
          </a:prstGeom>
        </p:spPr>
      </p:pic>
      <p:pic>
        <p:nvPicPr>
          <p:cNvPr id="37" name="icon messages-square" descr="messages square icon">
            <a:extLst>
              <a:ext uri="{FF2B5EF4-FFF2-40B4-BE49-F238E27FC236}">
                <a16:creationId xmlns:a16="http://schemas.microsoft.com/office/drawing/2014/main" id="{953F9705-B944-4896-6DD3-035AB237880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856" y="3145536"/>
            <a:ext cx="566928" cy="566928"/>
          </a:xfrm>
          <a:prstGeom prst="rect">
            <a:avLst/>
          </a:prstGeom>
        </p:spPr>
      </p:pic>
      <p:pic>
        <p:nvPicPr>
          <p:cNvPr id="39" name="icon notebook-pen" descr="notebook pen icon">
            <a:extLst>
              <a:ext uri="{FF2B5EF4-FFF2-40B4-BE49-F238E27FC236}">
                <a16:creationId xmlns:a16="http://schemas.microsoft.com/office/drawing/2014/main" id="{E1E10CDC-0FAB-DCB1-5D94-A0324002B20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8536" y="3145536"/>
            <a:ext cx="566928" cy="566928"/>
          </a:xfrm>
          <a:prstGeom prst="rect">
            <a:avLst/>
          </a:prstGeom>
        </p:spPr>
      </p:pic>
      <p:pic>
        <p:nvPicPr>
          <p:cNvPr id="41" name="icon list-checks" descr="list checks icon">
            <a:extLst>
              <a:ext uri="{FF2B5EF4-FFF2-40B4-BE49-F238E27FC236}">
                <a16:creationId xmlns:a16="http://schemas.microsoft.com/office/drawing/2014/main" id="{3F49A8DF-BE48-9D43-3167-91AB80CAF61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1656" y="3145536"/>
            <a:ext cx="566928" cy="566928"/>
          </a:xfrm>
          <a:prstGeom prst="rect">
            <a:avLst/>
          </a:prstGeom>
        </p:spPr>
      </p:pic>
      <p:pic>
        <p:nvPicPr>
          <p:cNvPr id="43" name="icon boxes" descr="boxes icon">
            <a:extLst>
              <a:ext uri="{FF2B5EF4-FFF2-40B4-BE49-F238E27FC236}">
                <a16:creationId xmlns:a16="http://schemas.microsoft.com/office/drawing/2014/main" id="{F926440A-7B37-05B0-3D5D-CB413557885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4776" y="3145536"/>
            <a:ext cx="566928" cy="566928"/>
          </a:xfrm>
          <a:prstGeom prst="rect">
            <a:avLst/>
          </a:prstGeom>
        </p:spPr>
      </p:pic>
      <p:pic>
        <p:nvPicPr>
          <p:cNvPr id="45" name="icon book-open" descr="book open icon">
            <a:extLst>
              <a:ext uri="{FF2B5EF4-FFF2-40B4-BE49-F238E27FC236}">
                <a16:creationId xmlns:a16="http://schemas.microsoft.com/office/drawing/2014/main" id="{A0362B2D-658B-BC6B-531A-6541C8C1F11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97896" y="3145536"/>
            <a:ext cx="566928" cy="566928"/>
          </a:xfrm>
          <a:prstGeom prst="rect">
            <a:avLst/>
          </a:prstGeom>
        </p:spPr>
      </p:pic>
      <p:pic>
        <p:nvPicPr>
          <p:cNvPr id="47" name="icon flame" descr="flame icon">
            <a:extLst>
              <a:ext uri="{FF2B5EF4-FFF2-40B4-BE49-F238E27FC236}">
                <a16:creationId xmlns:a16="http://schemas.microsoft.com/office/drawing/2014/main" id="{92162586-60B8-E0EF-247B-3245AEFD09C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8284" y="2885284"/>
            <a:ext cx="246888" cy="246888"/>
          </a:xfrm>
          <a:prstGeom prst="rect">
            <a:avLst/>
          </a:prstGeom>
        </p:spPr>
      </p:pic>
      <p:pic>
        <p:nvPicPr>
          <p:cNvPr id="49" name="icon snowflake" descr="snowflake icon">
            <a:extLst>
              <a:ext uri="{FF2B5EF4-FFF2-40B4-BE49-F238E27FC236}">
                <a16:creationId xmlns:a16="http://schemas.microsoft.com/office/drawing/2014/main" id="{59ADFD1A-FBA3-F887-9396-8F3D0B6D19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78188" y="2885284"/>
            <a:ext cx="246888" cy="246888"/>
          </a:xfrm>
          <a:prstGeom prst="rect">
            <a:avLst/>
          </a:prstGeom>
        </p:spPr>
      </p:pic>
      <p:pic>
        <p:nvPicPr>
          <p:cNvPr id="51" name="icon camera" descr="camera icon">
            <a:extLst>
              <a:ext uri="{FF2B5EF4-FFF2-40B4-BE49-F238E27FC236}">
                <a16:creationId xmlns:a16="http://schemas.microsoft.com/office/drawing/2014/main" id="{7CFE4560-9F65-0A7F-D139-97069F32193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1780" y="3246120"/>
            <a:ext cx="365760" cy="365760"/>
          </a:xfrm>
          <a:prstGeom prst="rect">
            <a:avLst/>
          </a:prstGeom>
        </p:spPr>
      </p:pic>
      <p:pic>
        <p:nvPicPr>
          <p:cNvPr id="53" name="icon sparkles" descr="sparkles icon">
            <a:extLst>
              <a:ext uri="{FF2B5EF4-FFF2-40B4-BE49-F238E27FC236}">
                <a16:creationId xmlns:a16="http://schemas.microsoft.com/office/drawing/2014/main" id="{49E8423E-F81F-1731-A31C-46A6CB00D6F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43800" y="1725463"/>
            <a:ext cx="365760" cy="365760"/>
          </a:xfrm>
          <a:prstGeom prst="rect">
            <a:avLst/>
          </a:prstGeom>
        </p:spPr>
      </p:pic>
      <p:pic>
        <p:nvPicPr>
          <p:cNvPr id="55" name="icon user-check" descr="user check icon">
            <a:extLst>
              <a:ext uri="{FF2B5EF4-FFF2-40B4-BE49-F238E27FC236}">
                <a16:creationId xmlns:a16="http://schemas.microsoft.com/office/drawing/2014/main" id="{2A1B81D3-02ED-A1C2-48D9-EDCE9B82FFC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55280" y="1515151"/>
            <a:ext cx="201168" cy="201168"/>
          </a:xfrm>
          <a:prstGeom prst="rect">
            <a:avLst/>
          </a:prstGeom>
        </p:spPr>
      </p:pic>
      <p:pic>
        <p:nvPicPr>
          <p:cNvPr id="57" name="icon search" descr="search icon">
            <a:extLst>
              <a:ext uri="{FF2B5EF4-FFF2-40B4-BE49-F238E27FC236}">
                <a16:creationId xmlns:a16="http://schemas.microsoft.com/office/drawing/2014/main" id="{F6C83456-8FAB-BFB8-6FAF-644F0E75ACA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66460" y="4938226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57067" cy="82296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57067" cy="82296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57067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57067" cy="822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100" b="1" i="0" spc="150">
                <a:solidFill>
                  <a:srgbClr val="1D4E89"/>
                </a:solidFill>
                <a:latin typeface="Segoe UI"/>
              </a:rPr>
              <a:t>BACKUP  ·  HIDDEN IN SLIDESHOW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73152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2400" b="1" i="0">
                <a:solidFill>
                  <a:srgbClr val="0F172A"/>
                </a:solidFill>
                <a:latin typeface="Segoe UI"/>
              </a:rPr>
              <a:t>memory-kit — the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548640"/>
            <a:ext cx="5486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/>
            <a:r>
              <a:rPr sz="1100" b="1" i="0">
                <a:solidFill>
                  <a:srgbClr val="0F172A"/>
                </a:solidFill>
                <a:latin typeface="Consolas"/>
              </a:rPr>
              <a:t>MEMORY.md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single source of truth  ·  no build  ·  any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2695879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3" y="1271016"/>
            <a:ext cx="475488" cy="47548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1252728"/>
            <a:ext cx="1918639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300" b="1" i="0">
                <a:solidFill>
                  <a:srgbClr val="E4572E"/>
                </a:solidFill>
                <a:latin typeface="Segoe UI"/>
              </a:rPr>
              <a:t>L0  </a:t>
            </a:r>
            <a:r>
              <a:rPr sz="1300" b="1" i="0">
                <a:solidFill>
                  <a:srgbClr val="0F172A"/>
                </a:solidFill>
                <a:latin typeface="Segoe UI"/>
              </a:rPr>
              <a:t>Scratchpad</a:t>
            </a:r>
          </a:p>
          <a:p>
            <a:r>
              <a:rPr sz="1000" b="0" i="0">
                <a:solidFill>
                  <a:srgbClr val="64748B"/>
                </a:solidFill>
                <a:latin typeface="Segoe UI"/>
              </a:rPr>
              <a:t>hot · 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856232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00" b="1" i="0">
                <a:solidFill>
                  <a:srgbClr val="0F172A"/>
                </a:solidFill>
                <a:latin typeface="Consolas"/>
              </a:rPr>
              <a:t>notes/L0_*.md</a:t>
            </a:r>
            <a:r>
              <a:rPr sz="1050" b="0" i="0">
                <a:solidFill>
                  <a:srgbClr val="64748B"/>
                </a:solidFill>
                <a:latin typeface="Segoe UI"/>
              </a:rPr>
              <a:t>  git-ignored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93976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50" b="0" i="0">
                <a:solidFill>
                  <a:srgbClr val="1E293B"/>
                </a:solidFill>
                <a:latin typeface="Segoe UI"/>
              </a:rPr>
              <a:t>Ephemeral — triage or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331720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50" b="0" i="0">
                <a:solidFill>
                  <a:srgbClr val="1E293B"/>
                </a:solidFill>
                <a:latin typeface="Segoe UI"/>
              </a:rPr>
              <a:t>Raw tries, errors, hypotheses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7671" y="1143000"/>
            <a:ext cx="2695879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63975" y="1271016"/>
            <a:ext cx="475488" cy="475488"/>
          </a:xfrm>
          <a:prstGeom prst="ellipse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30903" y="1252728"/>
            <a:ext cx="1918639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300" b="1" i="0">
                <a:solidFill>
                  <a:srgbClr val="B7791F"/>
                </a:solidFill>
                <a:latin typeface="Segoe UI"/>
              </a:rPr>
              <a:t>L1  </a:t>
            </a:r>
            <a:r>
              <a:rPr sz="1300" b="1" i="0">
                <a:solidFill>
                  <a:srgbClr val="0F172A"/>
                </a:solidFill>
                <a:latin typeface="Segoe UI"/>
              </a:rPr>
              <a:t>Task memory</a:t>
            </a:r>
          </a:p>
          <a:p>
            <a:r>
              <a:rPr sz="1000" b="0" i="0">
                <a:solidFill>
                  <a:srgbClr val="64748B"/>
                </a:solidFill>
                <a:latin typeface="Segoe UI"/>
              </a:rPr>
              <a:t>warm · 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8295" y="1856232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00" b="1" i="0">
                <a:solidFill>
                  <a:srgbClr val="0F172A"/>
                </a:solidFill>
                <a:latin typeface="Consolas"/>
              </a:rPr>
              <a:t>notes/L1_*.md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8295" y="2093976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50" b="0" i="0">
                <a:solidFill>
                  <a:srgbClr val="1E293B"/>
                </a:solidFill>
                <a:latin typeface="Segoe UI"/>
              </a:rPr>
              <a:t>Per task — cleaned at the 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8295" y="2331720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50" b="0" i="0">
                <a:solidFill>
                  <a:srgbClr val="1E293B"/>
                </a:solidFill>
                <a:latin typeface="Segoe UI"/>
              </a:rPr>
              <a:t>Working signal for the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1143000"/>
            <a:ext cx="2695879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24447" y="1271016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91375" y="1252728"/>
            <a:ext cx="1918639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300" b="1" i="0">
                <a:solidFill>
                  <a:srgbClr val="2A9D8F"/>
                </a:solidFill>
                <a:latin typeface="Segoe UI"/>
              </a:rPr>
              <a:t>L2  </a:t>
            </a:r>
            <a:r>
              <a:rPr sz="1300" b="1" i="0">
                <a:solidFill>
                  <a:srgbClr val="0F172A"/>
                </a:solidFill>
                <a:latin typeface="Segoe UI"/>
              </a:rPr>
              <a:t>Module memory</a:t>
            </a:r>
          </a:p>
          <a:p>
            <a:r>
              <a:rPr sz="1000" b="0" i="0">
                <a:solidFill>
                  <a:srgbClr val="64748B"/>
                </a:solidFill>
                <a:latin typeface="Segoe UI"/>
              </a:rPr>
              <a:t>cool · stable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8767" y="1856232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00" b="1" i="0">
                <a:solidFill>
                  <a:srgbClr val="0F172A"/>
                </a:solidFill>
                <a:latin typeface="Consolas"/>
              </a:rPr>
              <a:t>L2_*.md</a:t>
            </a:r>
            <a:r>
              <a:rPr sz="1050" b="0" i="0">
                <a:solidFill>
                  <a:srgbClr val="64748B"/>
                </a:solidFill>
                <a:latin typeface="Segoe UI"/>
              </a:rPr>
              <a:t>  beside the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8767" y="2093976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50" b="0" i="0">
                <a:solidFill>
                  <a:srgbClr val="1E293B"/>
                </a:solidFill>
                <a:latin typeface="Segoe UI"/>
              </a:rPr>
              <a:t>Durable · module-scoped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8767" y="2331720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50" b="0" i="0">
                <a:solidFill>
                  <a:srgbClr val="1E293B"/>
                </a:solidFill>
                <a:latin typeface="Segoe UI"/>
              </a:rPr>
              <a:t>Lessons &amp; known failures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38615" y="1143000"/>
            <a:ext cx="2695879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84919" y="1271016"/>
            <a:ext cx="475488" cy="475488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51847" y="1252728"/>
            <a:ext cx="1918639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300" b="1" i="0">
                <a:solidFill>
                  <a:srgbClr val="1D4E89"/>
                </a:solidFill>
                <a:latin typeface="Segoe UI"/>
              </a:rPr>
              <a:t>L3  </a:t>
            </a:r>
            <a:r>
              <a:rPr sz="1300" b="1" i="0">
                <a:solidFill>
                  <a:srgbClr val="0F172A"/>
                </a:solidFill>
                <a:latin typeface="Segoe UI"/>
              </a:rPr>
              <a:t>Global memory</a:t>
            </a:r>
          </a:p>
          <a:p>
            <a:r>
              <a:rPr sz="1000" b="0" i="0">
                <a:solidFill>
                  <a:srgbClr val="64748B"/>
                </a:solidFill>
                <a:latin typeface="Segoe UI"/>
              </a:rPr>
              <a:t>cold · curated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9239" y="1856232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00" b="1" i="0">
                <a:solidFill>
                  <a:srgbClr val="0F172A"/>
                </a:solidFill>
                <a:latin typeface="Consolas"/>
              </a:rPr>
              <a:t>docs/</a:t>
            </a:r>
            <a:r>
              <a:rPr sz="1050" b="0" i="0">
                <a:solidFill>
                  <a:srgbClr val="64748B"/>
                </a:solidFill>
                <a:latin typeface="Segoe UI"/>
              </a:rPr>
              <a:t>  Markdown or 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9239" y="2093976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50" b="0" i="0">
                <a:solidFill>
                  <a:srgbClr val="1E293B"/>
                </a:solidFill>
                <a:latin typeface="Segoe UI"/>
              </a:rPr>
              <a:t>Durable · cross-cutting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9239" y="2331720"/>
            <a:ext cx="2220391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50" b="0" i="0">
                <a:solidFill>
                  <a:srgbClr val="1E293B"/>
                </a:solidFill>
                <a:latin typeface="Segoe UI"/>
              </a:rPr>
              <a:t>Architecture &amp; decisions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743200"/>
            <a:ext cx="3649370" cy="2103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03503" y="2871215"/>
            <a:ext cx="475488" cy="475488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70432" y="2852928"/>
            <a:ext cx="282641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300" b="1" i="0" spc="80">
                <a:solidFill>
                  <a:srgbClr val="1D4E89"/>
                </a:solidFill>
                <a:latin typeface="Segoe UI"/>
              </a:rPr>
              <a:t>RECALL</a:t>
            </a:r>
          </a:p>
          <a:p>
            <a:r>
              <a:rPr sz="1000" b="0" i="1">
                <a:solidFill>
                  <a:srgbClr val="64748B"/>
                </a:solidFill>
                <a:latin typeface="Segoe UI"/>
              </a:rPr>
              <a:t>“What do we already know about X?”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438144"/>
            <a:ext cx="328361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64592" indent="-164592">
              <a:spcAft>
                <a:spcPts val="300"/>
              </a:spcAft>
              <a:buClr>
                <a:srgbClr val="1D4E89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Inventory chat → L0 → L1 → L2 → L3 → instructions → code</a:t>
            </a:r>
          </a:p>
          <a:p>
            <a:pPr marL="164592" indent="-164592">
              <a:spcAft>
                <a:spcPts val="300"/>
              </a:spcAft>
              <a:buClr>
                <a:srgbClr val="1D4E89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State unavailable sources and lower confidence</a:t>
            </a:r>
          </a:p>
          <a:p>
            <a:pPr marL="164592" indent="-164592">
              <a:spcAft>
                <a:spcPts val="300"/>
              </a:spcAft>
              <a:buClr>
                <a:srgbClr val="1D4E89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Briefing: facts vs. uncertainty, failed paths, conflicts &amp; drift, next step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498848"/>
            <a:ext cx="20116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00" b="0" i="0">
                <a:solidFill>
                  <a:srgbClr val="64748B"/>
                </a:solidFill>
                <a:latin typeface="Consolas"/>
              </a:rPr>
              <a:t>/mem-recall &lt;topic&gt;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08122" y="449884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>
                <a:solidFill>
                  <a:srgbClr val="1D4E89"/>
                </a:solidFill>
                <a:latin typeface="Segoe UI"/>
              </a:rPr>
              <a:t>read-only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1162" y="2743200"/>
            <a:ext cx="3649370" cy="2103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17466" y="2871215"/>
            <a:ext cx="475488" cy="47548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4394" y="2852928"/>
            <a:ext cx="282641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300" b="1" i="0" spc="80">
                <a:solidFill>
                  <a:srgbClr val="E4572E"/>
                </a:solidFill>
                <a:latin typeface="Segoe UI"/>
              </a:rPr>
              <a:t>CAPTURE</a:t>
            </a:r>
          </a:p>
          <a:p>
            <a:r>
              <a:rPr sz="1000" b="0" i="1">
                <a:solidFill>
                  <a:srgbClr val="64748B"/>
                </a:solidFill>
                <a:latin typeface="Segoe UI"/>
              </a:rPr>
              <a:t>“Save the context before we reset.”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4042" y="3438144"/>
            <a:ext cx="328361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64592" indent="-164592">
              <a:spcAft>
                <a:spcPts val="300"/>
              </a:spcAft>
              <a:buClr>
                <a:srgbClr val="E4572E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Append — never overwrite — to notes/L0_&lt;topic&gt;.md</a:t>
            </a:r>
          </a:p>
          <a:p>
            <a:pPr marL="164592" indent="-164592">
              <a:spcAft>
                <a:spcPts val="300"/>
              </a:spcAft>
              <a:buClr>
                <a:srgbClr val="E4572E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Checkpoint: state · actions · observations · hypotheses · next steps · raw snippets</a:t>
            </a:r>
          </a:p>
          <a:p>
            <a:pPr marL="164592" indent="-164592">
              <a:spcAft>
                <a:spcPts val="300"/>
              </a:spcAft>
              <a:buClr>
                <a:srgbClr val="E4572E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No analysis · keep contradictions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4042" y="4498848"/>
            <a:ext cx="20116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00" b="0" i="0">
                <a:solidFill>
                  <a:srgbClr val="64748B"/>
                </a:solidFill>
                <a:latin typeface="Consolas"/>
              </a:rPr>
              <a:t>/mem-capture &lt;topic&gt;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2084" y="449884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>
                <a:solidFill>
                  <a:srgbClr val="E4572E"/>
                </a:solidFill>
                <a:latin typeface="Segoe UI"/>
              </a:rPr>
              <a:t>appends L0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85124" y="2743200"/>
            <a:ext cx="3649370" cy="2103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231428" y="2871215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98356" y="2852928"/>
            <a:ext cx="282641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300" b="1" i="0" spc="80">
                <a:solidFill>
                  <a:srgbClr val="2A9D8F"/>
                </a:solidFill>
                <a:latin typeface="Segoe UI"/>
              </a:rPr>
              <a:t>CURATE</a:t>
            </a:r>
          </a:p>
          <a:p>
            <a:r>
              <a:rPr sz="1000" b="0" i="1">
                <a:solidFill>
                  <a:srgbClr val="64748B"/>
                </a:solidFill>
                <a:latin typeface="Segoe UI"/>
              </a:rPr>
              <a:t>“Clean up and promote the useful notes.”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8004" y="3438144"/>
            <a:ext cx="328361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64592" indent="-164592">
              <a:spcAft>
                <a:spcPts val="300"/>
              </a:spcAft>
              <a:buClr>
                <a:srgbClr val="2A9D8F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Detect drift, duplication, stale notes, noise, missing anti-patterns</a:t>
            </a:r>
          </a:p>
          <a:p>
            <a:pPr marL="164592" indent="-164592">
              <a:spcAft>
                <a:spcPts val="300"/>
              </a:spcAft>
              <a:buClr>
                <a:srgbClr val="2A9D8F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Plan per file: level · action · reason · benefit · risk</a:t>
            </a:r>
          </a:p>
          <a:p>
            <a:pPr marL="164592" indent="-164592">
              <a:spcAft>
                <a:spcPts val="300"/>
              </a:spcAft>
              <a:buClr>
                <a:srgbClr val="2A9D8F"/>
              </a:buClr>
              <a:buFont typeface="Arial"/>
              <a:buChar char="•"/>
            </a:pPr>
            <a:r>
              <a:rPr sz="1050" b="0" i="0">
                <a:solidFill>
                  <a:srgbClr val="1E293B"/>
                </a:solidFill>
                <a:latin typeface="Segoe UI"/>
              </a:rPr>
              <a:t>STOP for approval → run the approved subset →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8004" y="4498848"/>
            <a:ext cx="20116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000" b="0" i="0">
                <a:solidFill>
                  <a:srgbClr val="64748B"/>
                </a:solidFill>
                <a:latin typeface="Consolas"/>
              </a:rPr>
              <a:t>/mem-curate &lt;scope&gt;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36047" y="449884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>
                <a:solidFill>
                  <a:srgbClr val="2A9D8F"/>
                </a:solidFill>
                <a:latin typeface="Segoe UI"/>
              </a:rPr>
              <a:t>after approval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983480"/>
            <a:ext cx="2695879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" y="5056632"/>
            <a:ext cx="2147239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200" b="1" i="0">
                <a:solidFill>
                  <a:srgbClr val="0F172A"/>
                </a:solidFill>
                <a:latin typeface="Segoe UI"/>
              </a:rPr>
              <a:t>Promote only when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394960"/>
            <a:ext cx="2330119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64592" indent="-164592">
              <a:buClr>
                <a:srgbClr val="2A9D8F"/>
              </a:buClr>
              <a:buFont typeface="Arial"/>
              <a:buChar char="•"/>
            </a:pPr>
            <a:r>
              <a:rPr sz="1000" b="0" i="0">
                <a:solidFill>
                  <a:srgbClr val="1E293B"/>
                </a:solidFill>
                <a:latin typeface="Segoe UI"/>
              </a:rPr>
              <a:t>validated by usage or code</a:t>
            </a:r>
          </a:p>
          <a:p>
            <a:pPr marL="164592" indent="-164592">
              <a:buClr>
                <a:srgbClr val="2A9D8F"/>
              </a:buClr>
              <a:buFont typeface="Arial"/>
              <a:buChar char="•"/>
            </a:pPr>
            <a:r>
              <a:rPr sz="1000" b="0" i="0">
                <a:solidFill>
                  <a:srgbClr val="1E293B"/>
                </a:solidFill>
                <a:latin typeface="Segoe UI"/>
              </a:rPr>
              <a:t>reusable beyond one case</a:t>
            </a:r>
          </a:p>
          <a:p>
            <a:pPr marL="164592" indent="-164592">
              <a:buClr>
                <a:srgbClr val="2A9D8F"/>
              </a:buClr>
              <a:buFont typeface="Arial"/>
              <a:buChar char="•"/>
            </a:pPr>
            <a:r>
              <a:rPr sz="1000" b="0" i="0">
                <a:solidFill>
                  <a:srgbClr val="1E293B"/>
                </a:solidFill>
                <a:latin typeface="Segoe UI"/>
              </a:rPr>
              <a:t>stable across resets</a:t>
            </a:r>
          </a:p>
          <a:p>
            <a:pPr marL="164592" indent="-164592">
              <a:buClr>
                <a:srgbClr val="2A9D8F"/>
              </a:buClr>
              <a:buFont typeface="Arial"/>
              <a:buChar char="•"/>
            </a:pPr>
            <a:r>
              <a:rPr sz="1000" b="0" i="0">
                <a:solidFill>
                  <a:srgbClr val="1E293B"/>
                </a:solidFill>
                <a:latin typeface="Segoe UI"/>
              </a:rPr>
              <a:t>not contradicted from above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4748B"/>
                </a:solidFill>
                <a:latin typeface="Consolas"/>
              </a:rPr>
              <a:t>task→L1 · module→L2 · project→L3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17671" y="4983480"/>
            <a:ext cx="2695879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74871" y="5056632"/>
            <a:ext cx="2147239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200" b="1" i="0">
                <a:solidFill>
                  <a:srgbClr val="0F172A"/>
                </a:solidFill>
                <a:latin typeface="Segoe UI"/>
              </a:rPr>
              <a:t>Authority on conflict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00551" y="5394960"/>
            <a:ext cx="2330119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D4E89"/>
                </a:solidFill>
                <a:latin typeface="Segoe UI"/>
              </a:rPr>
              <a:t>L3</a:t>
            </a:r>
            <a:r>
              <a:rPr sz="1300" b="1" i="0">
                <a:solidFill>
                  <a:srgbClr val="64748B"/>
                </a:solidFill>
                <a:latin typeface="Segoe UI"/>
              </a:rPr>
              <a:t> &gt; </a:t>
            </a:r>
            <a:r>
              <a:rPr sz="1300" b="1" i="0">
                <a:solidFill>
                  <a:srgbClr val="2A9D8F"/>
                </a:solidFill>
                <a:latin typeface="Segoe UI"/>
              </a:rPr>
              <a:t>L2</a:t>
            </a:r>
            <a:r>
              <a:rPr sz="1300" b="1" i="0">
                <a:solidFill>
                  <a:srgbClr val="64748B"/>
                </a:solidFill>
                <a:latin typeface="Segoe UI"/>
              </a:rPr>
              <a:t> &gt; </a:t>
            </a:r>
            <a:r>
              <a:rPr sz="1300" b="1" i="0">
                <a:solidFill>
                  <a:srgbClr val="B7791F"/>
                </a:solidFill>
                <a:latin typeface="Segoe UI"/>
              </a:rPr>
              <a:t>L1</a:t>
            </a:r>
            <a:r>
              <a:rPr sz="1300" b="1" i="0">
                <a:solidFill>
                  <a:srgbClr val="64748B"/>
                </a:solidFill>
                <a:latin typeface="Segoe UI"/>
              </a:rPr>
              <a:t> &gt; </a:t>
            </a:r>
            <a:r>
              <a:rPr sz="1300" b="1" i="0">
                <a:solidFill>
                  <a:srgbClr val="E4572E"/>
                </a:solidFill>
                <a:latin typeface="Segoe UI"/>
              </a:rPr>
              <a:t>L0</a:t>
            </a:r>
            <a:r>
              <a:rPr sz="1300" b="1" i="0">
                <a:solidFill>
                  <a:srgbClr val="64748B"/>
                </a:solidFill>
                <a:latin typeface="Segoe UI"/>
              </a:rPr>
              <a:t> &gt; </a:t>
            </a:r>
            <a:r>
              <a:rPr sz="1300" b="1" i="0">
                <a:solidFill>
                  <a:srgbClr val="475569"/>
                </a:solidFill>
                <a:latin typeface="Segoe UI"/>
              </a:rPr>
              <a:t>Chat</a:t>
            </a:r>
          </a:p>
          <a:p>
            <a:pPr marL="164592" indent="-164592">
              <a:buClr>
                <a:srgbClr val="1D4E89"/>
              </a:buClr>
              <a:buFont typeface="Arial"/>
              <a:buChar char="•"/>
            </a:pPr>
            <a:r>
              <a:rPr sz="1000" b="0" i="0">
                <a:solidFill>
                  <a:srgbClr val="1E293B"/>
                </a:solidFill>
                <a:latin typeface="Segoe UI"/>
              </a:rPr>
              <a:t>Chat is never authoritative</a:t>
            </a:r>
          </a:p>
          <a:p>
            <a:pPr marL="164592" indent="-164592">
              <a:buClr>
                <a:srgbClr val="1D4E89"/>
              </a:buClr>
              <a:buFont typeface="Arial"/>
              <a:buChar char="•"/>
            </a:pPr>
            <a:r>
              <a:rPr sz="1000" b="0" i="0">
                <a:solidFill>
                  <a:srgbClr val="1E293B"/>
                </a:solidFill>
                <a:latin typeface="Segoe UI"/>
              </a:rPr>
              <a:t>Code beats docs — then fix the docs</a:t>
            </a:r>
          </a:p>
          <a:p>
            <a:pPr marL="164592" indent="-164592">
              <a:buClr>
                <a:srgbClr val="1D4E89"/>
              </a:buClr>
              <a:buFont typeface="Arial"/>
              <a:buChar char="•"/>
            </a:pPr>
            <a:r>
              <a:rPr sz="1000" b="0" i="0">
                <a:solidFill>
                  <a:srgbClr val="1E293B"/>
                </a:solidFill>
                <a:latin typeface="Segoe UI"/>
              </a:rPr>
              <a:t>Lower never overwrites higher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8143" y="4983480"/>
            <a:ext cx="2695879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35343" y="5056632"/>
            <a:ext cx="2147239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200" b="1" i="0">
                <a:solidFill>
                  <a:srgbClr val="0F172A"/>
                </a:solidFill>
                <a:latin typeface="Segoe UI"/>
              </a:rPr>
              <a:t>Cleanup over accumulation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1023" y="5394960"/>
            <a:ext cx="2330119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900" b="1" i="0">
                <a:solidFill>
                  <a:srgbClr val="E4572E"/>
                </a:solidFill>
                <a:latin typeface="Consolas"/>
              </a:rPr>
              <a:t>keep · merge · summarize · promote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E4572E"/>
                </a:solidFill>
                <a:latin typeface="Consolas"/>
              </a:rPr>
              <a:t>archive · delete · reset</a:t>
            </a:r>
          </a:p>
          <a:p>
            <a:r>
              <a:rPr sz="1000" b="0" i="0">
                <a:solidFill>
                  <a:srgbClr val="1E293B"/>
                </a:solidFill>
                <a:latin typeface="Segoe UI"/>
              </a:rPr>
              <a:t>Never silently delete anti-patterns — relocate them to L2/L3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38615" y="4983480"/>
            <a:ext cx="2695879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95815" y="5056632"/>
            <a:ext cx="2147239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r>
              <a:rPr sz="1200" b="1" i="0">
                <a:solidFill>
                  <a:srgbClr val="0F172A"/>
                </a:solidFill>
                <a:latin typeface="Segoe UI"/>
              </a:rPr>
              <a:t>Install in ~1 minute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21495" y="5394960"/>
            <a:ext cx="2330119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82880" indent="-182880"/>
            <a:r>
              <a:rPr sz="1000" b="1" i="0">
                <a:solidFill>
                  <a:srgbClr val="1E293B"/>
                </a:solidFill>
                <a:latin typeface="Segoe UI"/>
              </a:rPr>
              <a:t>1	</a:t>
            </a:r>
            <a:r>
              <a:rPr sz="1000" b="0" i="0">
                <a:solidFill>
                  <a:srgbClr val="1E293B"/>
                </a:solidFill>
                <a:latin typeface="Segoe UI"/>
              </a:rPr>
              <a:t>Copy </a:t>
            </a:r>
            <a:r>
              <a:rPr sz="950" b="0" i="0">
                <a:solidFill>
                  <a:srgbClr val="0F172A"/>
                </a:solidFill>
                <a:latin typeface="Consolas"/>
              </a:rPr>
              <a:t>memory-kit/</a:t>
            </a:r>
            <a:r>
              <a:rPr sz="1000" b="0" i="0">
                <a:solidFill>
                  <a:srgbClr val="1E293B"/>
                </a:solidFill>
                <a:latin typeface="Segoe UI"/>
              </a:rPr>
              <a:t> into the repo</a:t>
            </a:r>
          </a:p>
          <a:p>
            <a:pPr marL="182880" indent="-182880">
              <a:spcBef>
                <a:spcPts val="200"/>
              </a:spcBef>
            </a:pPr>
            <a:r>
              <a:rPr sz="1000" b="1" i="0">
                <a:solidFill>
                  <a:srgbClr val="1E293B"/>
                </a:solidFill>
                <a:latin typeface="Segoe UI"/>
              </a:rPr>
              <a:t>2	</a:t>
            </a:r>
            <a:r>
              <a:rPr sz="1000" b="0" i="0">
                <a:solidFill>
                  <a:srgbClr val="1E293B"/>
                </a:solidFill>
                <a:latin typeface="Segoe UI"/>
              </a:rPr>
              <a:t>Point </a:t>
            </a:r>
            <a:r>
              <a:rPr sz="950" b="0" i="0">
                <a:solidFill>
                  <a:srgbClr val="0F172A"/>
                </a:solidFill>
                <a:latin typeface="Consolas"/>
              </a:rPr>
              <a:t>AGENTS.md</a:t>
            </a:r>
            <a:r>
              <a:rPr sz="1000" b="0" i="0">
                <a:solidFill>
                  <a:srgbClr val="1E293B"/>
                </a:solidFill>
                <a:latin typeface="Segoe UI"/>
              </a:rPr>
              <a:t> / </a:t>
            </a:r>
            <a:r>
              <a:rPr sz="950" b="0" i="0">
                <a:solidFill>
                  <a:srgbClr val="0F172A"/>
                </a:solidFill>
                <a:latin typeface="Consolas"/>
              </a:rPr>
              <a:t>CLAUDE.md</a:t>
            </a:r>
            <a:r>
              <a:rPr sz="1000" b="0" i="0">
                <a:solidFill>
                  <a:srgbClr val="1E293B"/>
                </a:solidFill>
                <a:latin typeface="Segoe UI"/>
              </a:rPr>
              <a:t> to </a:t>
            </a:r>
            <a:r>
              <a:rPr sz="950" b="0" i="0">
                <a:solidFill>
                  <a:srgbClr val="0F172A"/>
                </a:solidFill>
                <a:latin typeface="Consolas"/>
              </a:rPr>
              <a:t>MEMORY.md</a:t>
            </a:r>
          </a:p>
          <a:p>
            <a:pPr marL="182880" indent="-182880">
              <a:spcBef>
                <a:spcPts val="200"/>
              </a:spcBef>
            </a:pPr>
            <a:r>
              <a:rPr sz="1000" b="1" i="0">
                <a:solidFill>
                  <a:srgbClr val="1E293B"/>
                </a:solidFill>
                <a:latin typeface="Segoe UI"/>
              </a:rPr>
              <a:t>3	</a:t>
            </a:r>
            <a:r>
              <a:rPr sz="1000" b="0" i="0">
                <a:solidFill>
                  <a:srgbClr val="1E293B"/>
                </a:solidFill>
                <a:latin typeface="Segoe UI"/>
              </a:rPr>
              <a:t>Set 2 dirs; git-ignore </a:t>
            </a:r>
            <a:r>
              <a:rPr sz="950" b="0" i="0">
                <a:solidFill>
                  <a:srgbClr val="0F172A"/>
                </a:solidFill>
                <a:latin typeface="Consolas"/>
              </a:rPr>
              <a:t>L0_*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memory-kit  ·  reference for Q&amp;A</a:t>
            </a:r>
          </a:p>
        </p:txBody>
      </p:sp>
      <p:pic>
        <p:nvPicPr>
          <p:cNvPr id="65" name="icon notebook-pen" descr="notebook pen icon">
            <a:extLst>
              <a:ext uri="{FF2B5EF4-FFF2-40B4-BE49-F238E27FC236}">
                <a16:creationId xmlns:a16="http://schemas.microsoft.com/office/drawing/2014/main" id="{C6363B6C-DA04-9247-41A7-DF7E61E92B4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1380744"/>
            <a:ext cx="256032" cy="256032"/>
          </a:xfrm>
          <a:prstGeom prst="rect">
            <a:avLst/>
          </a:prstGeom>
        </p:spPr>
      </p:pic>
      <p:pic>
        <p:nvPicPr>
          <p:cNvPr id="67" name="icon folder-open" descr="folder open icon">
            <a:extLst>
              <a:ext uri="{FF2B5EF4-FFF2-40B4-BE49-F238E27FC236}">
                <a16:creationId xmlns:a16="http://schemas.microsoft.com/office/drawing/2014/main" id="{2B906073-E64F-4B77-7E70-64E9BAB9286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24" y="1892808"/>
            <a:ext cx="164592" cy="164592"/>
          </a:xfrm>
          <a:prstGeom prst="rect">
            <a:avLst/>
          </a:prstGeom>
        </p:spPr>
      </p:pic>
      <p:pic>
        <p:nvPicPr>
          <p:cNvPr id="69" name="icon hourglass" descr="hourglass icon">
            <a:extLst>
              <a:ext uri="{FF2B5EF4-FFF2-40B4-BE49-F238E27FC236}">
                <a16:creationId xmlns:a16="http://schemas.microsoft.com/office/drawing/2014/main" id="{2327D920-3B04-EC6F-2327-941B49F3CDC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224" y="2130552"/>
            <a:ext cx="164592" cy="164592"/>
          </a:xfrm>
          <a:prstGeom prst="rect">
            <a:avLst/>
          </a:prstGeom>
        </p:spPr>
      </p:pic>
      <p:pic>
        <p:nvPicPr>
          <p:cNvPr id="71" name="icon file-text" descr="file text icon">
            <a:extLst>
              <a:ext uri="{FF2B5EF4-FFF2-40B4-BE49-F238E27FC236}">
                <a16:creationId xmlns:a16="http://schemas.microsoft.com/office/drawing/2014/main" id="{97885F22-EA95-311E-BB19-0DBD3726E4A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224" y="2368296"/>
            <a:ext cx="164592" cy="164592"/>
          </a:xfrm>
          <a:prstGeom prst="rect">
            <a:avLst/>
          </a:prstGeom>
        </p:spPr>
      </p:pic>
      <p:pic>
        <p:nvPicPr>
          <p:cNvPr id="73" name="icon list-checks" descr="list checks icon">
            <a:extLst>
              <a:ext uri="{FF2B5EF4-FFF2-40B4-BE49-F238E27FC236}">
                <a16:creationId xmlns:a16="http://schemas.microsoft.com/office/drawing/2014/main" id="{EED471F6-57FE-1B3F-F1FE-4F8EEFAFC4A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73704" y="1380744"/>
            <a:ext cx="256032" cy="256032"/>
          </a:xfrm>
          <a:prstGeom prst="rect">
            <a:avLst/>
          </a:prstGeom>
        </p:spPr>
      </p:pic>
      <p:pic>
        <p:nvPicPr>
          <p:cNvPr id="75" name="icon folder-open" descr="folder open icon">
            <a:extLst>
              <a:ext uri="{FF2B5EF4-FFF2-40B4-BE49-F238E27FC236}">
                <a16:creationId xmlns:a16="http://schemas.microsoft.com/office/drawing/2014/main" id="{F76BF343-5868-8589-4D88-A309B20CE49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696" y="1892808"/>
            <a:ext cx="164592" cy="164592"/>
          </a:xfrm>
          <a:prstGeom prst="rect">
            <a:avLst/>
          </a:prstGeom>
        </p:spPr>
      </p:pic>
      <p:pic>
        <p:nvPicPr>
          <p:cNvPr id="77" name="icon hourglass" descr="hourglass icon">
            <a:extLst>
              <a:ext uri="{FF2B5EF4-FFF2-40B4-BE49-F238E27FC236}">
                <a16:creationId xmlns:a16="http://schemas.microsoft.com/office/drawing/2014/main" id="{847D92CD-3183-754A-5395-13CCB807BD3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9696" y="2130552"/>
            <a:ext cx="164592" cy="164592"/>
          </a:xfrm>
          <a:prstGeom prst="rect">
            <a:avLst/>
          </a:prstGeom>
        </p:spPr>
      </p:pic>
      <p:pic>
        <p:nvPicPr>
          <p:cNvPr id="79" name="icon file-text" descr="file text icon">
            <a:extLst>
              <a:ext uri="{FF2B5EF4-FFF2-40B4-BE49-F238E27FC236}">
                <a16:creationId xmlns:a16="http://schemas.microsoft.com/office/drawing/2014/main" id="{FE00C00C-BBDD-9918-D6C8-1C019857877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9696" y="2368296"/>
            <a:ext cx="164592" cy="164592"/>
          </a:xfrm>
          <a:prstGeom prst="rect">
            <a:avLst/>
          </a:prstGeom>
        </p:spPr>
      </p:pic>
      <p:pic>
        <p:nvPicPr>
          <p:cNvPr id="81" name="icon boxes" descr="boxes icon">
            <a:extLst>
              <a:ext uri="{FF2B5EF4-FFF2-40B4-BE49-F238E27FC236}">
                <a16:creationId xmlns:a16="http://schemas.microsoft.com/office/drawing/2014/main" id="{224967DC-780A-5A9E-E9D3-7E63D649D62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4175" y="1380744"/>
            <a:ext cx="256032" cy="256032"/>
          </a:xfrm>
          <a:prstGeom prst="rect">
            <a:avLst/>
          </a:prstGeom>
        </p:spPr>
      </p:pic>
      <p:pic>
        <p:nvPicPr>
          <p:cNvPr id="83" name="icon folder-open" descr="folder open icon">
            <a:extLst>
              <a:ext uri="{FF2B5EF4-FFF2-40B4-BE49-F238E27FC236}">
                <a16:creationId xmlns:a16="http://schemas.microsoft.com/office/drawing/2014/main" id="{C908D301-DB80-10DD-6F03-F1B4B2EB210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0168" y="1892808"/>
            <a:ext cx="164592" cy="164592"/>
          </a:xfrm>
          <a:prstGeom prst="rect">
            <a:avLst/>
          </a:prstGeom>
        </p:spPr>
      </p:pic>
      <p:pic>
        <p:nvPicPr>
          <p:cNvPr id="85" name="icon hourglass" descr="hourglass icon">
            <a:extLst>
              <a:ext uri="{FF2B5EF4-FFF2-40B4-BE49-F238E27FC236}">
                <a16:creationId xmlns:a16="http://schemas.microsoft.com/office/drawing/2014/main" id="{F48D6BBF-501C-9B59-0107-C3339357841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0168" y="2130552"/>
            <a:ext cx="164592" cy="164592"/>
          </a:xfrm>
          <a:prstGeom prst="rect">
            <a:avLst/>
          </a:prstGeom>
        </p:spPr>
      </p:pic>
      <p:pic>
        <p:nvPicPr>
          <p:cNvPr id="87" name="icon file-text" descr="file text icon">
            <a:extLst>
              <a:ext uri="{FF2B5EF4-FFF2-40B4-BE49-F238E27FC236}">
                <a16:creationId xmlns:a16="http://schemas.microsoft.com/office/drawing/2014/main" id="{0ADECE7A-2FB0-4A48-6BF9-F4016A6B869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0168" y="2368296"/>
            <a:ext cx="164592" cy="164592"/>
          </a:xfrm>
          <a:prstGeom prst="rect">
            <a:avLst/>
          </a:prstGeom>
        </p:spPr>
      </p:pic>
      <p:pic>
        <p:nvPicPr>
          <p:cNvPr id="89" name="icon book-open" descr="book open icon">
            <a:extLst>
              <a:ext uri="{FF2B5EF4-FFF2-40B4-BE49-F238E27FC236}">
                <a16:creationId xmlns:a16="http://schemas.microsoft.com/office/drawing/2014/main" id="{9033F62B-DD6B-D94F-D229-8720A0E273F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4647" y="1380744"/>
            <a:ext cx="256032" cy="256032"/>
          </a:xfrm>
          <a:prstGeom prst="rect">
            <a:avLst/>
          </a:prstGeom>
        </p:spPr>
      </p:pic>
      <p:pic>
        <p:nvPicPr>
          <p:cNvPr id="91" name="icon folder-open" descr="folder open icon">
            <a:extLst>
              <a:ext uri="{FF2B5EF4-FFF2-40B4-BE49-F238E27FC236}">
                <a16:creationId xmlns:a16="http://schemas.microsoft.com/office/drawing/2014/main" id="{5316EA8B-05BB-87CC-0E4C-9E4E89EA6EC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0640" y="1892808"/>
            <a:ext cx="164592" cy="164592"/>
          </a:xfrm>
          <a:prstGeom prst="rect">
            <a:avLst/>
          </a:prstGeom>
        </p:spPr>
      </p:pic>
      <p:pic>
        <p:nvPicPr>
          <p:cNvPr id="93" name="icon hourglass" descr="hourglass icon">
            <a:extLst>
              <a:ext uri="{FF2B5EF4-FFF2-40B4-BE49-F238E27FC236}">
                <a16:creationId xmlns:a16="http://schemas.microsoft.com/office/drawing/2014/main" id="{55C13325-E587-42F3-CFC0-AA9CD02CD33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0640" y="2130552"/>
            <a:ext cx="164592" cy="164592"/>
          </a:xfrm>
          <a:prstGeom prst="rect">
            <a:avLst/>
          </a:prstGeom>
        </p:spPr>
      </p:pic>
      <p:pic>
        <p:nvPicPr>
          <p:cNvPr id="95" name="icon file-text" descr="file text icon">
            <a:extLst>
              <a:ext uri="{FF2B5EF4-FFF2-40B4-BE49-F238E27FC236}">
                <a16:creationId xmlns:a16="http://schemas.microsoft.com/office/drawing/2014/main" id="{CB66BB42-3CF1-95C6-5354-95928EBE670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0640" y="2368296"/>
            <a:ext cx="164592" cy="164592"/>
          </a:xfrm>
          <a:prstGeom prst="rect">
            <a:avLst/>
          </a:prstGeom>
        </p:spPr>
      </p:pic>
      <p:pic>
        <p:nvPicPr>
          <p:cNvPr id="97" name="icon search" descr="search icon">
            <a:extLst>
              <a:ext uri="{FF2B5EF4-FFF2-40B4-BE49-F238E27FC236}">
                <a16:creationId xmlns:a16="http://schemas.microsoft.com/office/drawing/2014/main" id="{195709C4-A29D-9D1F-3460-BCE0B07A642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3232" y="2980944"/>
            <a:ext cx="256032" cy="256032"/>
          </a:xfrm>
          <a:prstGeom prst="rect">
            <a:avLst/>
          </a:prstGeom>
        </p:spPr>
      </p:pic>
      <p:pic>
        <p:nvPicPr>
          <p:cNvPr id="99" name="icon camera" descr="camera icon">
            <a:extLst>
              <a:ext uri="{FF2B5EF4-FFF2-40B4-BE49-F238E27FC236}">
                <a16:creationId xmlns:a16="http://schemas.microsoft.com/office/drawing/2014/main" id="{83C42EDD-EFCE-44DC-DCD3-9D1A6597F17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27194" y="2980944"/>
            <a:ext cx="256032" cy="256032"/>
          </a:xfrm>
          <a:prstGeom prst="rect">
            <a:avLst/>
          </a:prstGeom>
        </p:spPr>
      </p:pic>
      <p:pic>
        <p:nvPicPr>
          <p:cNvPr id="101" name="icon sparkles" descr="sparkles icon">
            <a:extLst>
              <a:ext uri="{FF2B5EF4-FFF2-40B4-BE49-F238E27FC236}">
                <a16:creationId xmlns:a16="http://schemas.microsoft.com/office/drawing/2014/main" id="{91754C1E-13F6-F25B-3BAA-2DD870EFBCD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41157" y="2980944"/>
            <a:ext cx="256032" cy="256032"/>
          </a:xfrm>
          <a:prstGeom prst="rect">
            <a:avLst/>
          </a:prstGeom>
        </p:spPr>
      </p:pic>
      <p:pic>
        <p:nvPicPr>
          <p:cNvPr id="103" name="icon trending-up" descr="trending up icon">
            <a:extLst>
              <a:ext uri="{FF2B5EF4-FFF2-40B4-BE49-F238E27FC236}">
                <a16:creationId xmlns:a16="http://schemas.microsoft.com/office/drawing/2014/main" id="{978E81E1-4E5F-D9C8-B9C0-B2BFE965F93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080" y="5102352"/>
            <a:ext cx="219456" cy="219456"/>
          </a:xfrm>
          <a:prstGeom prst="rect">
            <a:avLst/>
          </a:prstGeom>
        </p:spPr>
      </p:pic>
      <p:pic>
        <p:nvPicPr>
          <p:cNvPr id="105" name="icon scale" descr="scale icon">
            <a:extLst>
              <a:ext uri="{FF2B5EF4-FFF2-40B4-BE49-F238E27FC236}">
                <a16:creationId xmlns:a16="http://schemas.microsoft.com/office/drawing/2014/main" id="{7D9E5097-6798-B89D-6F3A-DD5A2A56251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00552" y="5102352"/>
            <a:ext cx="219456" cy="219456"/>
          </a:xfrm>
          <a:prstGeom prst="rect">
            <a:avLst/>
          </a:prstGeom>
        </p:spPr>
      </p:pic>
      <p:pic>
        <p:nvPicPr>
          <p:cNvPr id="107" name="icon trash-2" descr="trash 2 icon">
            <a:extLst>
              <a:ext uri="{FF2B5EF4-FFF2-40B4-BE49-F238E27FC236}">
                <a16:creationId xmlns:a16="http://schemas.microsoft.com/office/drawing/2014/main" id="{B10374C6-C350-0AE5-39C0-4097269518A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61024" y="5102352"/>
            <a:ext cx="219456" cy="219456"/>
          </a:xfrm>
          <a:prstGeom prst="rect">
            <a:avLst/>
          </a:prstGeom>
        </p:spPr>
      </p:pic>
      <p:pic>
        <p:nvPicPr>
          <p:cNvPr id="109" name="icon rocket" descr="rocket icon">
            <a:extLst>
              <a:ext uri="{FF2B5EF4-FFF2-40B4-BE49-F238E27FC236}">
                <a16:creationId xmlns:a16="http://schemas.microsoft.com/office/drawing/2014/main" id="{751ECD32-F31B-6E86-6F9E-1A901E50B22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1495" y="5102352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526602-58c8-494f-8a3d-4d906671215d}" enabled="1" method="Standard" siteId="{8b87af7d-8647-4dc7-8df4-5f69a2011b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1041</Words>
  <Application>Microsoft Office PowerPoint</Application>
  <PresentationFormat>Panorámica</PresentationFormat>
  <Paragraphs>121</Paragraphs>
  <Slides>2</Slides>
  <Notes>2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Consolas</vt:lpstr>
      <vt:lpstr>Segoe UI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memory-kit — Knowledge management when coding with agents</dc:title>
  <dc:subject/>
  <dc:creator/>
  <cp:keywords/>
  <dc:description>generated using python-pptx</dc:description>
  <cp:lastModifiedBy>OLIVEIRA MARTINEZ Jose Vicente</cp:lastModifiedBy>
  <cp:revision>1</cp:revision>
  <dcterms:created xsi:type="dcterms:W3CDTF">2013-01-27T09:14:16Z</dcterms:created>
  <dcterms:modified xsi:type="dcterms:W3CDTF">2026-10-05T10:28:11Z</dcterms:modified>
  <cp:category/>
</cp:coreProperties>
</file>