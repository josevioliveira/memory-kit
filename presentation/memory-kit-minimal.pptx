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IVEIRA MARTINEZ Jose Vicente" userId="f9383d4a-919c-4d9f-bdfe-dafed22c1cbf" providerId="ADAL" clId="{F9DEF118-A89E-43CF-AF2B-83677B5B8F7F}"/>
    <pc:docChg chg="custSel modSld">
      <pc:chgData name="OLIVEIRA MARTINEZ Jose Vicente" userId="f9383d4a-919c-4d9f-bdfe-dafed22c1cbf" providerId="ADAL" clId="{F9DEF118-A89E-43CF-AF2B-83677B5B8F7F}" dt="2026-10-05T13:56:54.911" v="174"/>
      <pc:docMkLst>
        <pc:docMk/>
      </pc:docMkLst>
      <pc:sldChg chg="addSp modSp mod">
        <pc:chgData name="OLIVEIRA MARTINEZ Jose Vicente" userId="f9383d4a-919c-4d9f-bdfe-dafed22c1cbf" providerId="ADAL" clId="{F9DEF118-A89E-43CF-AF2B-83677B5B8F7F}" dt="2026-10-05T13:56:53.392" v="59"/>
        <pc:sldMkLst>
          <pc:docMk/>
          <pc:sldMk cId="0" sldId="256"/>
        </pc:sldMkLst>
        <pc:picChg chg="add mod">
          <ac:chgData name="OLIVEIRA MARTINEZ Jose Vicente" userId="f9383d4a-919c-4d9f-bdfe-dafed22c1cbf" providerId="ADAL" clId="{F9DEF118-A89E-43CF-AF2B-83677B5B8F7F}" dt="2026-10-05T13:56:52.367" v="4"/>
          <ac:picMkLst>
            <pc:docMk/>
            <pc:sldMk cId="0" sldId="256"/>
            <ac:picMk id="44" creationId="{864E1B0F-D150-F29B-AEFB-EECE619C31BC}"/>
          </ac:picMkLst>
        </pc:picChg>
        <pc:picChg chg="add mod">
          <ac:chgData name="OLIVEIRA MARTINEZ Jose Vicente" userId="f9383d4a-919c-4d9f-bdfe-dafed22c1cbf" providerId="ADAL" clId="{F9DEF118-A89E-43CF-AF2B-83677B5B8F7F}" dt="2026-10-05T13:56:52.524" v="9"/>
          <ac:picMkLst>
            <pc:docMk/>
            <pc:sldMk cId="0" sldId="256"/>
            <ac:picMk id="46" creationId="{BABD6173-17ED-5932-905D-07034AE6A6C1}"/>
          </ac:picMkLst>
        </pc:picChg>
        <pc:picChg chg="add mod">
          <ac:chgData name="OLIVEIRA MARTINEZ Jose Vicente" userId="f9383d4a-919c-4d9f-bdfe-dafed22c1cbf" providerId="ADAL" clId="{F9DEF118-A89E-43CF-AF2B-83677B5B8F7F}" dt="2026-10-05T13:56:52.595" v="14"/>
          <ac:picMkLst>
            <pc:docMk/>
            <pc:sldMk cId="0" sldId="256"/>
            <ac:picMk id="48" creationId="{46B2C76E-038E-D747-3386-CBF6DB0883C3}"/>
          </ac:picMkLst>
        </pc:picChg>
        <pc:picChg chg="add mod">
          <ac:chgData name="OLIVEIRA MARTINEZ Jose Vicente" userId="f9383d4a-919c-4d9f-bdfe-dafed22c1cbf" providerId="ADAL" clId="{F9DEF118-A89E-43CF-AF2B-83677B5B8F7F}" dt="2026-10-05T13:56:52.673" v="19"/>
          <ac:picMkLst>
            <pc:docMk/>
            <pc:sldMk cId="0" sldId="256"/>
            <ac:picMk id="50" creationId="{8E126966-DD60-7BEB-A77B-0DBCE0B10B32}"/>
          </ac:picMkLst>
        </pc:picChg>
        <pc:picChg chg="add mod">
          <ac:chgData name="OLIVEIRA MARTINEZ Jose Vicente" userId="f9383d4a-919c-4d9f-bdfe-dafed22c1cbf" providerId="ADAL" clId="{F9DEF118-A89E-43CF-AF2B-83677B5B8F7F}" dt="2026-10-05T13:56:52.754" v="24"/>
          <ac:picMkLst>
            <pc:docMk/>
            <pc:sldMk cId="0" sldId="256"/>
            <ac:picMk id="52" creationId="{F7FD5EC1-403F-F1FB-08C6-7238604E9EB2}"/>
          </ac:picMkLst>
        </pc:picChg>
        <pc:picChg chg="add mod">
          <ac:chgData name="OLIVEIRA MARTINEZ Jose Vicente" userId="f9383d4a-919c-4d9f-bdfe-dafed22c1cbf" providerId="ADAL" clId="{F9DEF118-A89E-43CF-AF2B-83677B5B8F7F}" dt="2026-10-05T13:56:52.819" v="29"/>
          <ac:picMkLst>
            <pc:docMk/>
            <pc:sldMk cId="0" sldId="256"/>
            <ac:picMk id="54" creationId="{C8586F4F-0013-DE75-B866-DA0830DF35B8}"/>
          </ac:picMkLst>
        </pc:picChg>
        <pc:picChg chg="add mod">
          <ac:chgData name="OLIVEIRA MARTINEZ Jose Vicente" userId="f9383d4a-919c-4d9f-bdfe-dafed22c1cbf" providerId="ADAL" clId="{F9DEF118-A89E-43CF-AF2B-83677B5B8F7F}" dt="2026-10-05T13:56:52.888" v="34"/>
          <ac:picMkLst>
            <pc:docMk/>
            <pc:sldMk cId="0" sldId="256"/>
            <ac:picMk id="56" creationId="{053058BD-3384-9BAD-2011-F0315A769DC6}"/>
          </ac:picMkLst>
        </pc:picChg>
        <pc:picChg chg="add mod">
          <ac:chgData name="OLIVEIRA MARTINEZ Jose Vicente" userId="f9383d4a-919c-4d9f-bdfe-dafed22c1cbf" providerId="ADAL" clId="{F9DEF118-A89E-43CF-AF2B-83677B5B8F7F}" dt="2026-10-05T13:56:52.950" v="39"/>
          <ac:picMkLst>
            <pc:docMk/>
            <pc:sldMk cId="0" sldId="256"/>
            <ac:picMk id="58" creationId="{D42D3EAD-4C74-BC2F-1437-3A98E1FFAD32}"/>
          </ac:picMkLst>
        </pc:picChg>
        <pc:picChg chg="add mod">
          <ac:chgData name="OLIVEIRA MARTINEZ Jose Vicente" userId="f9383d4a-919c-4d9f-bdfe-dafed22c1cbf" providerId="ADAL" clId="{F9DEF118-A89E-43CF-AF2B-83677B5B8F7F}" dt="2026-10-05T13:56:53.024" v="44"/>
          <ac:picMkLst>
            <pc:docMk/>
            <pc:sldMk cId="0" sldId="256"/>
            <ac:picMk id="60" creationId="{14BE57C1-67AD-9138-FF52-0D7C64480E2E}"/>
          </ac:picMkLst>
        </pc:picChg>
        <pc:picChg chg="add mod">
          <ac:chgData name="OLIVEIRA MARTINEZ Jose Vicente" userId="f9383d4a-919c-4d9f-bdfe-dafed22c1cbf" providerId="ADAL" clId="{F9DEF118-A89E-43CF-AF2B-83677B5B8F7F}" dt="2026-10-05T13:56:53.223" v="49"/>
          <ac:picMkLst>
            <pc:docMk/>
            <pc:sldMk cId="0" sldId="256"/>
            <ac:picMk id="62" creationId="{0D8B1576-912F-D8D2-27A8-BD4F2E30CA21}"/>
          </ac:picMkLst>
        </pc:picChg>
        <pc:picChg chg="add mod">
          <ac:chgData name="OLIVEIRA MARTINEZ Jose Vicente" userId="f9383d4a-919c-4d9f-bdfe-dafed22c1cbf" providerId="ADAL" clId="{F9DEF118-A89E-43CF-AF2B-83677B5B8F7F}" dt="2026-10-05T13:56:53.331" v="54"/>
          <ac:picMkLst>
            <pc:docMk/>
            <pc:sldMk cId="0" sldId="256"/>
            <ac:picMk id="64" creationId="{87C6DBAC-CF11-9027-536B-47A15AE17D86}"/>
          </ac:picMkLst>
        </pc:picChg>
        <pc:picChg chg="add mod">
          <ac:chgData name="OLIVEIRA MARTINEZ Jose Vicente" userId="f9383d4a-919c-4d9f-bdfe-dafed22c1cbf" providerId="ADAL" clId="{F9DEF118-A89E-43CF-AF2B-83677B5B8F7F}" dt="2026-10-05T13:56:53.392" v="59"/>
          <ac:picMkLst>
            <pc:docMk/>
            <pc:sldMk cId="0" sldId="256"/>
            <ac:picMk id="66" creationId="{6B01E87B-3AA9-97EF-4C28-E652C6BAFE90}"/>
          </ac:picMkLst>
        </pc:picChg>
      </pc:sldChg>
      <pc:sldChg chg="addSp modSp mod">
        <pc:chgData name="OLIVEIRA MARTINEZ Jose Vicente" userId="f9383d4a-919c-4d9f-bdfe-dafed22c1cbf" providerId="ADAL" clId="{F9DEF118-A89E-43CF-AF2B-83677B5B8F7F}" dt="2026-10-05T13:56:54.911" v="174"/>
        <pc:sldMkLst>
          <pc:docMk/>
          <pc:sldMk cId="0" sldId="257"/>
        </pc:sldMkLst>
        <pc:picChg chg="add mod">
          <ac:chgData name="OLIVEIRA MARTINEZ Jose Vicente" userId="f9383d4a-919c-4d9f-bdfe-dafed22c1cbf" providerId="ADAL" clId="{F9DEF118-A89E-43CF-AF2B-83677B5B8F7F}" dt="2026-10-05T13:56:53.475" v="64"/>
          <ac:picMkLst>
            <pc:docMk/>
            <pc:sldMk cId="0" sldId="257"/>
            <ac:picMk id="65" creationId="{3DBBB61C-FB5F-6E26-2331-C9E0A89DB26F}"/>
          </ac:picMkLst>
        </pc:picChg>
        <pc:picChg chg="add mod">
          <ac:chgData name="OLIVEIRA MARTINEZ Jose Vicente" userId="f9383d4a-919c-4d9f-bdfe-dafed22c1cbf" providerId="ADAL" clId="{F9DEF118-A89E-43CF-AF2B-83677B5B8F7F}" dt="2026-10-05T13:56:53.556" v="69"/>
          <ac:picMkLst>
            <pc:docMk/>
            <pc:sldMk cId="0" sldId="257"/>
            <ac:picMk id="67" creationId="{BDD98062-0A7F-C521-FADE-C64564F1BB05}"/>
          </ac:picMkLst>
        </pc:picChg>
        <pc:picChg chg="add mod">
          <ac:chgData name="OLIVEIRA MARTINEZ Jose Vicente" userId="f9383d4a-919c-4d9f-bdfe-dafed22c1cbf" providerId="ADAL" clId="{F9DEF118-A89E-43CF-AF2B-83677B5B8F7F}" dt="2026-10-05T13:56:53.613" v="74"/>
          <ac:picMkLst>
            <pc:docMk/>
            <pc:sldMk cId="0" sldId="257"/>
            <ac:picMk id="69" creationId="{98CC4752-ACAB-28E3-8B1E-DC2FF024FF25}"/>
          </ac:picMkLst>
        </pc:picChg>
        <pc:picChg chg="add mod">
          <ac:chgData name="OLIVEIRA MARTINEZ Jose Vicente" userId="f9383d4a-919c-4d9f-bdfe-dafed22c1cbf" providerId="ADAL" clId="{F9DEF118-A89E-43CF-AF2B-83677B5B8F7F}" dt="2026-10-05T13:56:53.680" v="79"/>
          <ac:picMkLst>
            <pc:docMk/>
            <pc:sldMk cId="0" sldId="257"/>
            <ac:picMk id="71" creationId="{BAD39808-D7D3-D784-12F3-F6C0D3DB6B5E}"/>
          </ac:picMkLst>
        </pc:picChg>
        <pc:picChg chg="add mod">
          <ac:chgData name="OLIVEIRA MARTINEZ Jose Vicente" userId="f9383d4a-919c-4d9f-bdfe-dafed22c1cbf" providerId="ADAL" clId="{F9DEF118-A89E-43CF-AF2B-83677B5B8F7F}" dt="2026-10-05T13:56:53.731" v="84"/>
          <ac:picMkLst>
            <pc:docMk/>
            <pc:sldMk cId="0" sldId="257"/>
            <ac:picMk id="73" creationId="{6174F31A-96F8-2F34-4FC3-F04B217359F1}"/>
          </ac:picMkLst>
        </pc:picChg>
        <pc:picChg chg="add mod">
          <ac:chgData name="OLIVEIRA MARTINEZ Jose Vicente" userId="f9383d4a-919c-4d9f-bdfe-dafed22c1cbf" providerId="ADAL" clId="{F9DEF118-A89E-43CF-AF2B-83677B5B8F7F}" dt="2026-10-05T13:56:53.794" v="89"/>
          <ac:picMkLst>
            <pc:docMk/>
            <pc:sldMk cId="0" sldId="257"/>
            <ac:picMk id="75" creationId="{3079C87A-EBF5-0B15-DE98-0424C98D3C27}"/>
          </ac:picMkLst>
        </pc:picChg>
        <pc:picChg chg="add mod">
          <ac:chgData name="OLIVEIRA MARTINEZ Jose Vicente" userId="f9383d4a-919c-4d9f-bdfe-dafed22c1cbf" providerId="ADAL" clId="{F9DEF118-A89E-43CF-AF2B-83677B5B8F7F}" dt="2026-10-05T13:56:53.846" v="94"/>
          <ac:picMkLst>
            <pc:docMk/>
            <pc:sldMk cId="0" sldId="257"/>
            <ac:picMk id="77" creationId="{F81B3C03-A853-A2A3-2A38-7887C0A478A7}"/>
          </ac:picMkLst>
        </pc:picChg>
        <pc:picChg chg="add mod">
          <ac:chgData name="OLIVEIRA MARTINEZ Jose Vicente" userId="f9383d4a-919c-4d9f-bdfe-dafed22c1cbf" providerId="ADAL" clId="{F9DEF118-A89E-43CF-AF2B-83677B5B8F7F}" dt="2026-10-05T13:56:53.909" v="99"/>
          <ac:picMkLst>
            <pc:docMk/>
            <pc:sldMk cId="0" sldId="257"/>
            <ac:picMk id="79" creationId="{8C858FA8-32E6-B0ED-A8A5-01260C9D17AE}"/>
          </ac:picMkLst>
        </pc:picChg>
        <pc:picChg chg="add mod">
          <ac:chgData name="OLIVEIRA MARTINEZ Jose Vicente" userId="f9383d4a-919c-4d9f-bdfe-dafed22c1cbf" providerId="ADAL" clId="{F9DEF118-A89E-43CF-AF2B-83677B5B8F7F}" dt="2026-10-05T13:56:54.114" v="104"/>
          <ac:picMkLst>
            <pc:docMk/>
            <pc:sldMk cId="0" sldId="257"/>
            <ac:picMk id="81" creationId="{0803EF81-3629-4722-1879-4FE6F8D5D9A1}"/>
          </ac:picMkLst>
        </pc:picChg>
        <pc:picChg chg="add mod">
          <ac:chgData name="OLIVEIRA MARTINEZ Jose Vicente" userId="f9383d4a-919c-4d9f-bdfe-dafed22c1cbf" providerId="ADAL" clId="{F9DEF118-A89E-43CF-AF2B-83677B5B8F7F}" dt="2026-10-05T13:56:54.179" v="109"/>
          <ac:picMkLst>
            <pc:docMk/>
            <pc:sldMk cId="0" sldId="257"/>
            <ac:picMk id="83" creationId="{7E60D535-1206-EFB2-B6BC-881D27D862B0}"/>
          </ac:picMkLst>
        </pc:picChg>
        <pc:picChg chg="add mod">
          <ac:chgData name="OLIVEIRA MARTINEZ Jose Vicente" userId="f9383d4a-919c-4d9f-bdfe-dafed22c1cbf" providerId="ADAL" clId="{F9DEF118-A89E-43CF-AF2B-83677B5B8F7F}" dt="2026-10-05T13:56:54.257" v="114"/>
          <ac:picMkLst>
            <pc:docMk/>
            <pc:sldMk cId="0" sldId="257"/>
            <ac:picMk id="85" creationId="{CE82C90A-835D-9F37-0058-96970C2777EC}"/>
          </ac:picMkLst>
        </pc:picChg>
        <pc:picChg chg="add mod">
          <ac:chgData name="OLIVEIRA MARTINEZ Jose Vicente" userId="f9383d4a-919c-4d9f-bdfe-dafed22c1cbf" providerId="ADAL" clId="{F9DEF118-A89E-43CF-AF2B-83677B5B8F7F}" dt="2026-10-05T13:56:54.310" v="119"/>
          <ac:picMkLst>
            <pc:docMk/>
            <pc:sldMk cId="0" sldId="257"/>
            <ac:picMk id="87" creationId="{1246FACE-805A-92B2-34F6-0F42105757E3}"/>
          </ac:picMkLst>
        </pc:picChg>
        <pc:picChg chg="add mod">
          <ac:chgData name="OLIVEIRA MARTINEZ Jose Vicente" userId="f9383d4a-919c-4d9f-bdfe-dafed22c1cbf" providerId="ADAL" clId="{F9DEF118-A89E-43CF-AF2B-83677B5B8F7F}" dt="2026-10-05T13:56:54.358" v="124"/>
          <ac:picMkLst>
            <pc:docMk/>
            <pc:sldMk cId="0" sldId="257"/>
            <ac:picMk id="89" creationId="{35235251-D0AB-03AD-2BE8-3625BD1FE6FA}"/>
          </ac:picMkLst>
        </pc:picChg>
        <pc:picChg chg="add mod">
          <ac:chgData name="OLIVEIRA MARTINEZ Jose Vicente" userId="f9383d4a-919c-4d9f-bdfe-dafed22c1cbf" providerId="ADAL" clId="{F9DEF118-A89E-43CF-AF2B-83677B5B8F7F}" dt="2026-10-05T13:56:54.410" v="129"/>
          <ac:picMkLst>
            <pc:docMk/>
            <pc:sldMk cId="0" sldId="257"/>
            <ac:picMk id="91" creationId="{E0A1C567-D3D6-BBFD-72BC-14DC671706FB}"/>
          </ac:picMkLst>
        </pc:picChg>
        <pc:picChg chg="add mod">
          <ac:chgData name="OLIVEIRA MARTINEZ Jose Vicente" userId="f9383d4a-919c-4d9f-bdfe-dafed22c1cbf" providerId="ADAL" clId="{F9DEF118-A89E-43CF-AF2B-83677B5B8F7F}" dt="2026-10-05T13:56:54.462" v="134"/>
          <ac:picMkLst>
            <pc:docMk/>
            <pc:sldMk cId="0" sldId="257"/>
            <ac:picMk id="93" creationId="{DF39D3D1-B8C0-019A-799E-964BDAE44D3F}"/>
          </ac:picMkLst>
        </pc:picChg>
        <pc:picChg chg="add mod">
          <ac:chgData name="OLIVEIRA MARTINEZ Jose Vicente" userId="f9383d4a-919c-4d9f-bdfe-dafed22c1cbf" providerId="ADAL" clId="{F9DEF118-A89E-43CF-AF2B-83677B5B8F7F}" dt="2026-10-05T13:56:54.515" v="139"/>
          <ac:picMkLst>
            <pc:docMk/>
            <pc:sldMk cId="0" sldId="257"/>
            <ac:picMk id="95" creationId="{D9D5A74B-32D2-AD53-D4F5-C96259D19BAC}"/>
          </ac:picMkLst>
        </pc:picChg>
        <pc:picChg chg="add mod">
          <ac:chgData name="OLIVEIRA MARTINEZ Jose Vicente" userId="f9383d4a-919c-4d9f-bdfe-dafed22c1cbf" providerId="ADAL" clId="{F9DEF118-A89E-43CF-AF2B-83677B5B8F7F}" dt="2026-10-05T13:56:54.572" v="144"/>
          <ac:picMkLst>
            <pc:docMk/>
            <pc:sldMk cId="0" sldId="257"/>
            <ac:picMk id="97" creationId="{EC38854F-4B72-6436-B7BE-75C71D6E3D4B}"/>
          </ac:picMkLst>
        </pc:picChg>
        <pc:picChg chg="add mod">
          <ac:chgData name="OLIVEIRA MARTINEZ Jose Vicente" userId="f9383d4a-919c-4d9f-bdfe-dafed22c1cbf" providerId="ADAL" clId="{F9DEF118-A89E-43CF-AF2B-83677B5B8F7F}" dt="2026-10-05T13:56:54.627" v="149"/>
          <ac:picMkLst>
            <pc:docMk/>
            <pc:sldMk cId="0" sldId="257"/>
            <ac:picMk id="99" creationId="{466B512C-A6A5-51D2-E960-715319751E6B}"/>
          </ac:picMkLst>
        </pc:picChg>
        <pc:picChg chg="add mod">
          <ac:chgData name="OLIVEIRA MARTINEZ Jose Vicente" userId="f9383d4a-919c-4d9f-bdfe-dafed22c1cbf" providerId="ADAL" clId="{F9DEF118-A89E-43CF-AF2B-83677B5B8F7F}" dt="2026-10-05T13:56:54.689" v="154"/>
          <ac:picMkLst>
            <pc:docMk/>
            <pc:sldMk cId="0" sldId="257"/>
            <ac:picMk id="101" creationId="{8629DDD6-8B41-42C5-C4A2-68EE78608ACA}"/>
          </ac:picMkLst>
        </pc:picChg>
        <pc:picChg chg="add mod">
          <ac:chgData name="OLIVEIRA MARTINEZ Jose Vicente" userId="f9383d4a-919c-4d9f-bdfe-dafed22c1cbf" providerId="ADAL" clId="{F9DEF118-A89E-43CF-AF2B-83677B5B8F7F}" dt="2026-10-05T13:56:54.744" v="159"/>
          <ac:picMkLst>
            <pc:docMk/>
            <pc:sldMk cId="0" sldId="257"/>
            <ac:picMk id="103" creationId="{C70AECB7-F5CE-3D30-C4F3-51B7853DAC74}"/>
          </ac:picMkLst>
        </pc:picChg>
        <pc:picChg chg="add mod">
          <ac:chgData name="OLIVEIRA MARTINEZ Jose Vicente" userId="f9383d4a-919c-4d9f-bdfe-dafed22c1cbf" providerId="ADAL" clId="{F9DEF118-A89E-43CF-AF2B-83677B5B8F7F}" dt="2026-10-05T13:56:54.814" v="164"/>
          <ac:picMkLst>
            <pc:docMk/>
            <pc:sldMk cId="0" sldId="257"/>
            <ac:picMk id="105" creationId="{3A89CF81-D623-57B0-95CB-6F6500A7D91B}"/>
          </ac:picMkLst>
        </pc:picChg>
        <pc:picChg chg="add mod">
          <ac:chgData name="OLIVEIRA MARTINEZ Jose Vicente" userId="f9383d4a-919c-4d9f-bdfe-dafed22c1cbf" providerId="ADAL" clId="{F9DEF118-A89E-43CF-AF2B-83677B5B8F7F}" dt="2026-10-05T13:56:54.861" v="169"/>
          <ac:picMkLst>
            <pc:docMk/>
            <pc:sldMk cId="0" sldId="257"/>
            <ac:picMk id="107" creationId="{FC9CE735-0D0B-E538-107C-417B6E57E14C}"/>
          </ac:picMkLst>
        </pc:picChg>
        <pc:picChg chg="add mod">
          <ac:chgData name="OLIVEIRA MARTINEZ Jose Vicente" userId="f9383d4a-919c-4d9f-bdfe-dafed22c1cbf" providerId="ADAL" clId="{F9DEF118-A89E-43CF-AF2B-83677B5B8F7F}" dt="2026-10-05T13:56:54.911" v="174"/>
          <ac:picMkLst>
            <pc:docMk/>
            <pc:sldMk cId="0" sldId="257"/>
            <ac:picMk id="109" creationId="{C7951127-6BF8-AE4A-1E3C-B7A72D9DD7D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24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 TRACK — 15 min. The slide is one loop: walk it left → right → back along the bottom.</a:t>
            </a:r>
          </a:p>
          <a:p>
            <a:endParaRPr/>
          </a:p>
          <a:p>
            <a:r>
              <a:t>[0:00–2:00] HOOK — grey "Chat" circle</a:t>
            </a:r>
          </a:p>
          <a:p>
            <a:r>
              <a:t>- Who has lost a good agent session to a context reset, or to a compaction that kept the wrong things?</a:t>
            </a:r>
          </a:p>
          <a:p>
            <a:r>
              <a:t>- Chat grows fast and gets noisy while iterating. Compaction shrinks it, but doesn't keep only what matters.</a:t>
            </a:r>
          </a:p>
          <a:p>
            <a:r>
              <a:t>- Agents rush to write new code instead of first gathering what we already know.</a:t>
            </a:r>
          </a:p>
          <a:p>
            <a:endParaRPr/>
          </a:p>
          <a:p>
            <a:r>
              <a:t>[2:00–3:30] THE IDEA — MEMORY.md chip</a:t>
            </a:r>
          </a:p>
          <a:p>
            <a:r>
              <a:t>- Move knowledge out of the chat into a structured memory, and force agents to use it.</a:t>
            </a:r>
          </a:p>
          <a:p>
            <a:r>
              <a:t>- The whole system is one Markdown file: the model, the rules, three verbs.</a:t>
            </a:r>
          </a:p>
          <a:p>
            <a:r>
              <a:t>- Works with any agent (Copilot, Claude Code, Cursor, Aider). No build, no dependencies.</a:t>
            </a:r>
          </a:p>
          <a:p>
            <a:endParaRPr/>
          </a:p>
          <a:p>
            <a:r>
              <a:t>[3:30–5:30] CAPTURE — red arrow (camera)</a:t>
            </a:r>
          </a:p>
          <a:p>
            <a:r>
              <a:t>- Before a reset or a handoff: append a raw checkpoint to L0 — state, actions, what worked, what failed, hypotheses, next steps.</a:t>
            </a:r>
          </a:p>
          <a:p>
            <a:r>
              <a:t>- "Capture fast, curate later": no analysis, so it is cheap enough to actually happen.</a:t>
            </a:r>
          </a:p>
          <a:p>
            <a:endParaRPr/>
          </a:p>
          <a:p>
            <a:r>
              <a:t>[5:30–8:30] FOUR LEVELS — flame (hot) to snowflake (cold)</a:t>
            </a:r>
          </a:p>
          <a:p>
            <a:r>
              <a:t>- L0 Scratchpad: raw, git-ignored, ephemeral.</a:t>
            </a:r>
          </a:p>
          <a:p>
            <a:r>
              <a:t>- L1 Task: working signal for the current task, cleaned when the task ends.</a:t>
            </a:r>
          </a:p>
          <a:p>
            <a:r>
              <a:t>- L2 Module: durable lessons beside the code, including known failures.</a:t>
            </a:r>
          </a:p>
          <a:p>
            <a:r>
              <a:t>- L3 Global: curated, cross-cutting truth in docs/ — can be HTML for humans.</a:t>
            </a:r>
          </a:p>
          <a:p>
            <a:r>
              <a:t>- Authority: colder wins — L3 &gt; L2 &gt; L1 &gt; L0 &gt; Chat. If docs and code disagree, trust the running code, then fix the docs.</a:t>
            </a:r>
          </a:p>
          <a:p>
            <a:endParaRPr/>
          </a:p>
          <a:p>
            <a:r>
              <a:t>[8:30–11:00] CURATE — teal line leaving the chat (sparkles + approval badge), reaching all four levels</a:t>
            </a:r>
          </a:p>
          <a:p>
            <a:r>
              <a:t>- You ask for it in the chat; Curate then looks at every level at once: L0 to L3.</a:t>
            </a:r>
          </a:p>
          <a:p>
            <a:r>
              <a:t>- Promotion must be earned: validated, reusable, stable, not contradicted.</a:t>
            </a:r>
          </a:p>
          <a:p>
            <a:r>
              <a:t>- Cleanup over accumulation: keep, merge, summarize, promote, archive, delete, reset.</a:t>
            </a:r>
          </a:p>
          <a:p>
            <a:r>
              <a:t>- Failures are valuable: anti-patterns move up as known failures — never silently deleted.</a:t>
            </a:r>
          </a:p>
          <a:p>
            <a:r>
              <a:t>- Approval-first: the agent proposes a plan per file and stops. You decide what becomes durable.</a:t>
            </a:r>
          </a:p>
          <a:p>
            <a:endParaRPr/>
          </a:p>
          <a:p>
            <a:r>
              <a:t>[11:00–13:00] RECALL — blue line collecting from all four levels, back to the chat (magnifier)</a:t>
            </a:r>
          </a:p>
          <a:p>
            <a:r>
              <a:t>- At the start of every task: a read-only briefing built from L0 to L3 plus the code, delivered into the chat.</a:t>
            </a:r>
          </a:p>
          <a:p>
            <a:r>
              <a:t>- Separates facts from uncertainty, lists failed paths, surfaces conflicts, declares missing sources.</a:t>
            </a:r>
          </a:p>
          <a:p>
            <a:r>
              <a:t>- This is the "think first" step agents skip. And token economy: a fresh session reads a few curated files instead of a bloated chat.</a:t>
            </a:r>
          </a:p>
          <a:p>
            <a:endParaRPr/>
          </a:p>
          <a:p>
            <a:r>
              <a:t>[13:00–15:00] CLOSE — the question at the bottom</a:t>
            </a:r>
          </a:p>
          <a:p>
            <a:r>
              <a:t>- Adoption in ~1 minute: copy the folder, add one line to your agent instructions, set two paths.</a:t>
            </a:r>
          </a:p>
          <a:p>
            <a:r>
              <a:t>- When agents write most of the code, review shifts to knowledge: decisions, constraints, known failures.</a:t>
            </a:r>
          </a:p>
          <a:p>
            <a:r>
              <a:t>- "Why review code when you can validate knowledge?" → Q&amp;A. Details on hidden slide 2 (type 2 + Enter).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HIDDEN BACKUP SLIDE — skipped during the slideshow.</a:t>
            </a:r>
          </a:p>
          <a:p>
            <a:r>
              <a:t>- Q&amp;A: during the slideshow, type 2 then Enter to jump here; type 1 then Enter to go back.</a:t>
            </a:r>
          </a:p>
          <a:p>
            <a:r>
              <a:t>- Also usable as a one-page handout (File &gt; Print includes hidden slides when "Print hidden slides" is checked).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9.svg"/><Relationship Id="rId3" Type="http://schemas.openxmlformats.org/officeDocument/2006/relationships/image" Target="../media/image3.svg"/><Relationship Id="rId7" Type="http://schemas.openxmlformats.org/officeDocument/2006/relationships/image" Target="../media/image4.svg"/><Relationship Id="rId12" Type="http://schemas.openxmlformats.org/officeDocument/2006/relationships/image" Target="../media/image18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5" Type="http://schemas.openxmlformats.org/officeDocument/2006/relationships/image" Target="../media/image21.svg"/><Relationship Id="rId10" Type="http://schemas.openxmlformats.org/officeDocument/2006/relationships/image" Target="../media/image16.svg"/><Relationship Id="rId4" Type="http://schemas.openxmlformats.org/officeDocument/2006/relationships/image" Target="../media/image13.svg"/><Relationship Id="rId9" Type="http://schemas.openxmlformats.org/officeDocument/2006/relationships/image" Target="../media/image6.svg"/><Relationship Id="rId1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57067" cy="82296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7923" y="0"/>
            <a:ext cx="3057067" cy="82296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3057067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3771" y="0"/>
            <a:ext cx="3057067" cy="8229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5486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200" b="1" i="0" spc="150">
                <a:solidFill>
                  <a:srgbClr val="1D4E89"/>
                </a:solidFill>
                <a:latin typeface="Segoe UI"/>
              </a:rPr>
              <a:t>memory-kit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3400" b="1" i="0">
                <a:solidFill>
                  <a:srgbClr val="0F172A"/>
                </a:solidFill>
                <a:latin typeface="Segoe UI"/>
              </a:rPr>
              <a:t>Chat forgets. Memory doesn't.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5695" y="603504"/>
            <a:ext cx="1828800" cy="4754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54335" y="603504"/>
            <a:ext cx="1243584" cy="4754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400" b="1" i="0">
                <a:solidFill>
                  <a:srgbClr val="0F172A"/>
                </a:solidFill>
                <a:latin typeface="Consolas"/>
              </a:rPr>
              <a:t>MEMORY.md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355848"/>
            <a:ext cx="6309360" cy="146304"/>
          </a:xfrm>
          <a:prstGeom prst="rect">
            <a:avLst/>
          </a:prstGeom>
          <a:gradFill rotWithShape="1">
            <a:gsLst>
              <a:gs pos="0">
                <a:srgbClr val="E4572E"/>
              </a:gs>
              <a:gs pos="33333">
                <a:srgbClr val="F3A712"/>
              </a:gs>
              <a:gs pos="66666">
                <a:srgbClr val="2A9D8F"/>
              </a:gs>
              <a:gs pos="100000">
                <a:srgbClr val="1D4E89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2084832" y="3429000"/>
            <a:ext cx="1819655" cy="0"/>
          </a:xfrm>
          <a:prstGeom prst="line">
            <a:avLst/>
          </a:prstGeom>
          <a:ln w="34925" cap="rnd">
            <a:solidFill>
              <a:srgbClr val="E457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417320" y="2423160"/>
            <a:ext cx="0" cy="338328"/>
          </a:xfrm>
          <a:prstGeom prst="line">
            <a:avLst/>
          </a:prstGeom>
          <a:ln w="34925" cap="rnd">
            <a:solidFill>
              <a:srgbClr val="2A9D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17320" y="2011680"/>
            <a:ext cx="9464040" cy="0"/>
          </a:xfrm>
          <a:prstGeom prst="line">
            <a:avLst/>
          </a:prstGeom>
          <a:ln w="34925" cap="rnd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2011680"/>
            <a:ext cx="0" cy="749808"/>
          </a:xfrm>
          <a:prstGeom prst="line">
            <a:avLst/>
          </a:prstGeom>
          <a:ln w="34925" cap="rnd">
            <a:solidFill>
              <a:srgbClr val="2A9D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0" y="2011680"/>
            <a:ext cx="0" cy="749808"/>
          </a:xfrm>
          <a:prstGeom prst="line">
            <a:avLst/>
          </a:prstGeom>
          <a:ln w="34925" cap="rnd">
            <a:solidFill>
              <a:srgbClr val="2A9D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778240" y="2011680"/>
            <a:ext cx="0" cy="749808"/>
          </a:xfrm>
          <a:prstGeom prst="line">
            <a:avLst/>
          </a:prstGeom>
          <a:ln w="34925" cap="rnd">
            <a:solidFill>
              <a:srgbClr val="2A9D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881360" y="2011680"/>
            <a:ext cx="0" cy="749808"/>
          </a:xfrm>
          <a:prstGeom prst="line">
            <a:avLst/>
          </a:prstGeom>
          <a:ln w="34925" cap="rnd">
            <a:solidFill>
              <a:srgbClr val="2A9D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72000" y="4718304"/>
            <a:ext cx="0" cy="493776"/>
          </a:xfrm>
          <a:prstGeom prst="line">
            <a:avLst/>
          </a:prstGeom>
          <a:ln w="34925" cap="rnd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0" y="4718304"/>
            <a:ext cx="0" cy="493776"/>
          </a:xfrm>
          <a:prstGeom prst="line">
            <a:avLst/>
          </a:prstGeom>
          <a:ln w="34925" cap="rnd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778240" y="4718304"/>
            <a:ext cx="0" cy="493776"/>
          </a:xfrm>
          <a:prstGeom prst="line">
            <a:avLst/>
          </a:prstGeom>
          <a:ln w="34925" cap="rnd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881360" y="4718304"/>
            <a:ext cx="0" cy="493776"/>
          </a:xfrm>
          <a:prstGeom prst="line">
            <a:avLst/>
          </a:prstGeom>
          <a:ln w="34925" cap="rnd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1417320" y="4517136"/>
            <a:ext cx="9464040" cy="694944"/>
          </a:xfrm>
          <a:custGeom>
            <a:avLst/>
            <a:gdLst/>
            <a:ahLst/>
            <a:cxnLst/>
            <a:rect l="l" t="t" r="r" b="b"/>
            <a:pathLst>
              <a:path w="9464040" h="694944">
                <a:moveTo>
                  <a:pt x="9464040" y="694944"/>
                </a:moveTo>
                <a:lnTo>
                  <a:pt x="0" y="694944"/>
                </a:lnTo>
                <a:lnTo>
                  <a:pt x="0" y="0"/>
                </a:lnTo>
              </a:path>
            </a:pathLst>
          </a:custGeom>
          <a:noFill/>
          <a:ln w="34925" cap="rnd">
            <a:solidFill>
              <a:srgbClr val="1D4E89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2960" y="2834640"/>
            <a:ext cx="1188720" cy="1188720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4078224"/>
            <a:ext cx="14630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600" b="1" i="0">
                <a:solidFill>
                  <a:srgbClr val="475569"/>
                </a:solidFill>
                <a:latin typeface="Segoe UI"/>
              </a:rPr>
              <a:t>Chat</a:t>
            </a:r>
          </a:p>
        </p:txBody>
      </p:sp>
      <p:sp>
        <p:nvSpPr>
          <p:cNvPr id="25" name="Oval 24"/>
          <p:cNvSpPr/>
          <p:nvPr/>
        </p:nvSpPr>
        <p:spPr>
          <a:xfrm>
            <a:off x="3977639" y="2834640"/>
            <a:ext cx="1188720" cy="118872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49039" y="4078224"/>
            <a:ext cx="164592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600" b="1" i="0">
                <a:solidFill>
                  <a:srgbClr val="E4572E"/>
                </a:solidFill>
                <a:latin typeface="Segoe UI"/>
              </a:rPr>
              <a:t>L0</a:t>
            </a:r>
          </a:p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Scratchpad</a:t>
            </a:r>
          </a:p>
        </p:txBody>
      </p:sp>
      <p:sp>
        <p:nvSpPr>
          <p:cNvPr id="27" name="Oval 26"/>
          <p:cNvSpPr/>
          <p:nvPr/>
        </p:nvSpPr>
        <p:spPr>
          <a:xfrm>
            <a:off x="6080759" y="2834640"/>
            <a:ext cx="1188720" cy="1188720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59" y="4078224"/>
            <a:ext cx="164592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600" b="1" i="0">
                <a:solidFill>
                  <a:srgbClr val="B7791F"/>
                </a:solidFill>
                <a:latin typeface="Segoe UI"/>
              </a:rPr>
              <a:t>L1</a:t>
            </a:r>
          </a:p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Task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2834640"/>
            <a:ext cx="1188720" cy="11887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79" y="4078224"/>
            <a:ext cx="164592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600" b="1" i="0">
                <a:solidFill>
                  <a:srgbClr val="2A9D8F"/>
                </a:solidFill>
                <a:latin typeface="Segoe UI"/>
              </a:rPr>
              <a:t>L2</a:t>
            </a:r>
          </a:p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Module</a:t>
            </a:r>
          </a:p>
        </p:txBody>
      </p:sp>
      <p:sp>
        <p:nvSpPr>
          <p:cNvPr id="31" name="Oval 30"/>
          <p:cNvSpPr/>
          <p:nvPr/>
        </p:nvSpPr>
        <p:spPr>
          <a:xfrm>
            <a:off x="10287000" y="2834640"/>
            <a:ext cx="1188720" cy="1188720"/>
          </a:xfrm>
          <a:prstGeom prst="ellipse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0" y="4078224"/>
            <a:ext cx="1645920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600" b="1" i="0">
                <a:solidFill>
                  <a:srgbClr val="1D4E89"/>
                </a:solidFill>
                <a:latin typeface="Segoe UI"/>
              </a:rPr>
              <a:t>L3</a:t>
            </a:r>
          </a:p>
          <a:p>
            <a:pPr algn="ctr"/>
            <a:r>
              <a:rPr sz="1200" b="0" i="0">
                <a:solidFill>
                  <a:srgbClr val="64748B"/>
                </a:solidFill>
                <a:latin typeface="Segoe UI"/>
              </a:rPr>
              <a:t>Global</a:t>
            </a:r>
          </a:p>
        </p:txBody>
      </p:sp>
      <p:sp>
        <p:nvSpPr>
          <p:cNvPr id="33" name="Oval 32"/>
          <p:cNvSpPr/>
          <p:nvPr/>
        </p:nvSpPr>
        <p:spPr>
          <a:xfrm>
            <a:off x="3941416" y="2798416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091319" y="2798416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656332" y="3090672"/>
            <a:ext cx="676656" cy="6766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71700" y="3813048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500" b="1" i="0">
                <a:solidFill>
                  <a:srgbClr val="E4572E"/>
                </a:solidFill>
                <a:latin typeface="Segoe UI"/>
              </a:rPr>
              <a:t>Capture</a:t>
            </a:r>
          </a:p>
        </p:txBody>
      </p:sp>
      <p:sp>
        <p:nvSpPr>
          <p:cNvPr id="37" name="Oval 36"/>
          <p:cNvSpPr/>
          <p:nvPr/>
        </p:nvSpPr>
        <p:spPr>
          <a:xfrm>
            <a:off x="1078992" y="1673352"/>
            <a:ext cx="676656" cy="6766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13167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500" b="1" i="0">
                <a:solidFill>
                  <a:srgbClr val="2A9D8F"/>
                </a:solidFill>
                <a:latin typeface="Segoe UI"/>
              </a:rPr>
              <a:t>Curate</a:t>
            </a:r>
          </a:p>
        </p:txBody>
      </p:sp>
      <p:sp>
        <p:nvSpPr>
          <p:cNvPr id="39" name="Oval 38"/>
          <p:cNvSpPr/>
          <p:nvPr/>
        </p:nvSpPr>
        <p:spPr>
          <a:xfrm>
            <a:off x="914400" y="2130552"/>
            <a:ext cx="347472" cy="347472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388352" y="4873752"/>
            <a:ext cx="676656" cy="6766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03719" y="5596128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/>
            <a:r>
              <a:rPr sz="1500" b="1" i="0">
                <a:solidFill>
                  <a:srgbClr val="1D4E89"/>
                </a:solidFill>
                <a:latin typeface="Segoe UI"/>
              </a:rPr>
              <a:t>Recall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053328"/>
            <a:ext cx="11277295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/>
            <a:r>
              <a:rPr sz="2000" b="0" i="1">
                <a:solidFill>
                  <a:srgbClr val="0F172A"/>
                </a:solidFill>
                <a:latin typeface="Segoe UI"/>
              </a:rPr>
              <a:t>Why review code when you can validate knowledge?</a:t>
            </a:r>
          </a:p>
        </p:txBody>
      </p:sp>
      <p:pic>
        <p:nvPicPr>
          <p:cNvPr id="44" name="icon file-text" descr="file text icon">
            <a:extLst>
              <a:ext uri="{FF2B5EF4-FFF2-40B4-BE49-F238E27FC236}">
                <a16:creationId xmlns:a16="http://schemas.microsoft.com/office/drawing/2014/main" id="{864E1B0F-D150-F29B-AEFB-EECE619C31B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16007" y="704088"/>
            <a:ext cx="274320" cy="274320"/>
          </a:xfrm>
          <a:prstGeom prst="rect">
            <a:avLst/>
          </a:prstGeom>
        </p:spPr>
      </p:pic>
      <p:pic>
        <p:nvPicPr>
          <p:cNvPr id="46" name="icon messages-square" descr="messages square icon">
            <a:extLst>
              <a:ext uri="{FF2B5EF4-FFF2-40B4-BE49-F238E27FC236}">
                <a16:creationId xmlns:a16="http://schemas.microsoft.com/office/drawing/2014/main" id="{BABD6173-17ED-5932-905D-07034AE6A6C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3856" y="3145536"/>
            <a:ext cx="566928" cy="566928"/>
          </a:xfrm>
          <a:prstGeom prst="rect">
            <a:avLst/>
          </a:prstGeom>
        </p:spPr>
      </p:pic>
      <p:pic>
        <p:nvPicPr>
          <p:cNvPr id="48" name="icon notebook-pen" descr="notebook pen icon">
            <a:extLst>
              <a:ext uri="{FF2B5EF4-FFF2-40B4-BE49-F238E27FC236}">
                <a16:creationId xmlns:a16="http://schemas.microsoft.com/office/drawing/2014/main" id="{46B2C76E-038E-D747-3386-CBF6DB0883C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8536" y="3145536"/>
            <a:ext cx="566928" cy="566928"/>
          </a:xfrm>
          <a:prstGeom prst="rect">
            <a:avLst/>
          </a:prstGeom>
        </p:spPr>
      </p:pic>
      <p:pic>
        <p:nvPicPr>
          <p:cNvPr id="50" name="icon list-checks" descr="list checks icon">
            <a:extLst>
              <a:ext uri="{FF2B5EF4-FFF2-40B4-BE49-F238E27FC236}">
                <a16:creationId xmlns:a16="http://schemas.microsoft.com/office/drawing/2014/main" id="{8E126966-DD60-7BEB-A77B-0DBCE0B10B3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1656" y="3145536"/>
            <a:ext cx="566928" cy="566928"/>
          </a:xfrm>
          <a:prstGeom prst="rect">
            <a:avLst/>
          </a:prstGeom>
        </p:spPr>
      </p:pic>
      <p:pic>
        <p:nvPicPr>
          <p:cNvPr id="52" name="icon boxes" descr="boxes icon">
            <a:extLst>
              <a:ext uri="{FF2B5EF4-FFF2-40B4-BE49-F238E27FC236}">
                <a16:creationId xmlns:a16="http://schemas.microsoft.com/office/drawing/2014/main" id="{F7FD5EC1-403F-F1FB-08C6-7238604E9EB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94776" y="3145536"/>
            <a:ext cx="566928" cy="566928"/>
          </a:xfrm>
          <a:prstGeom prst="rect">
            <a:avLst/>
          </a:prstGeom>
        </p:spPr>
      </p:pic>
      <p:pic>
        <p:nvPicPr>
          <p:cNvPr id="54" name="icon book-open" descr="book open icon">
            <a:extLst>
              <a:ext uri="{FF2B5EF4-FFF2-40B4-BE49-F238E27FC236}">
                <a16:creationId xmlns:a16="http://schemas.microsoft.com/office/drawing/2014/main" id="{C8586F4F-0013-DE75-B866-DA0830DF35B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97896" y="3145536"/>
            <a:ext cx="566928" cy="566928"/>
          </a:xfrm>
          <a:prstGeom prst="rect">
            <a:avLst/>
          </a:prstGeom>
        </p:spPr>
      </p:pic>
      <p:pic>
        <p:nvPicPr>
          <p:cNvPr id="56" name="icon flame" descr="flame icon">
            <a:extLst>
              <a:ext uri="{FF2B5EF4-FFF2-40B4-BE49-F238E27FC236}">
                <a16:creationId xmlns:a16="http://schemas.microsoft.com/office/drawing/2014/main" id="{053058BD-3384-9BAD-2011-F0315A769D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28284" y="2885284"/>
            <a:ext cx="246888" cy="246888"/>
          </a:xfrm>
          <a:prstGeom prst="rect">
            <a:avLst/>
          </a:prstGeom>
        </p:spPr>
      </p:pic>
      <p:pic>
        <p:nvPicPr>
          <p:cNvPr id="58" name="icon snowflake" descr="snowflake icon">
            <a:extLst>
              <a:ext uri="{FF2B5EF4-FFF2-40B4-BE49-F238E27FC236}">
                <a16:creationId xmlns:a16="http://schemas.microsoft.com/office/drawing/2014/main" id="{D42D3EAD-4C74-BC2F-1437-3A98E1FFAD3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78188" y="2885284"/>
            <a:ext cx="246888" cy="246888"/>
          </a:xfrm>
          <a:prstGeom prst="rect">
            <a:avLst/>
          </a:prstGeom>
        </p:spPr>
      </p:pic>
      <p:pic>
        <p:nvPicPr>
          <p:cNvPr id="60" name="icon camera" descr="camera icon">
            <a:extLst>
              <a:ext uri="{FF2B5EF4-FFF2-40B4-BE49-F238E27FC236}">
                <a16:creationId xmlns:a16="http://schemas.microsoft.com/office/drawing/2014/main" id="{14BE57C1-67AD-9138-FF52-0D7C64480E2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11780" y="3246120"/>
            <a:ext cx="365760" cy="365760"/>
          </a:xfrm>
          <a:prstGeom prst="rect">
            <a:avLst/>
          </a:prstGeom>
        </p:spPr>
      </p:pic>
      <p:pic>
        <p:nvPicPr>
          <p:cNvPr id="62" name="icon sparkles" descr="sparkles icon">
            <a:extLst>
              <a:ext uri="{FF2B5EF4-FFF2-40B4-BE49-F238E27FC236}">
                <a16:creationId xmlns:a16="http://schemas.microsoft.com/office/drawing/2014/main" id="{0D8B1576-912F-D8D2-27A8-BD4F2E30CA2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34440" y="1828800"/>
            <a:ext cx="365760" cy="365760"/>
          </a:xfrm>
          <a:prstGeom prst="rect">
            <a:avLst/>
          </a:prstGeom>
        </p:spPr>
      </p:pic>
      <p:pic>
        <p:nvPicPr>
          <p:cNvPr id="64" name="icon user-check" descr="user check icon">
            <a:extLst>
              <a:ext uri="{FF2B5EF4-FFF2-40B4-BE49-F238E27FC236}">
                <a16:creationId xmlns:a16="http://schemas.microsoft.com/office/drawing/2014/main" id="{87C6DBAC-CF11-9027-536B-47A15AE17D8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87552" y="2203704"/>
            <a:ext cx="201168" cy="201168"/>
          </a:xfrm>
          <a:prstGeom prst="rect">
            <a:avLst/>
          </a:prstGeom>
        </p:spPr>
      </p:pic>
      <p:pic>
        <p:nvPicPr>
          <p:cNvPr id="66" name="icon search" descr="search icon">
            <a:extLst>
              <a:ext uri="{FF2B5EF4-FFF2-40B4-BE49-F238E27FC236}">
                <a16:creationId xmlns:a16="http://schemas.microsoft.com/office/drawing/2014/main" id="{6B01E87B-3AA9-97EF-4C28-E652C6BAFE9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43800" y="502920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57067" cy="82296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7923" y="0"/>
            <a:ext cx="3057067" cy="82296"/>
          </a:xfrm>
          <a:prstGeom prst="rect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3057067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3771" y="0"/>
            <a:ext cx="3057067" cy="8229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100" b="1" i="0" spc="150">
                <a:solidFill>
                  <a:srgbClr val="1D4E89"/>
                </a:solidFill>
                <a:latin typeface="Segoe UI"/>
              </a:rPr>
              <a:t>BACKUP  ·  HIDDEN IN SLIDESHOW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731520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2400" b="1" i="0">
                <a:solidFill>
                  <a:srgbClr val="0F172A"/>
                </a:solidFill>
                <a:latin typeface="Segoe UI"/>
              </a:rPr>
              <a:t>memory-kit —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548640"/>
            <a:ext cx="54864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onsolas"/>
              </a:rPr>
              <a:t>MEMORY.md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  ·  single source of truth  ·  no build  ·  any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2695879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03503" y="1271016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1252728"/>
            <a:ext cx="1918639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>
                <a:solidFill>
                  <a:srgbClr val="E4572E"/>
                </a:solidFill>
                <a:latin typeface="Segoe UI"/>
              </a:rPr>
              <a:t>L0  </a:t>
            </a:r>
            <a:r>
              <a:rPr sz="1300" b="1" i="0">
                <a:solidFill>
                  <a:srgbClr val="0F172A"/>
                </a:solidFill>
                <a:latin typeface="Segoe UI"/>
              </a:rPr>
              <a:t>Scratchpad</a:t>
            </a:r>
          </a:p>
          <a:p>
            <a:r>
              <a:rPr sz="1000" b="0" i="0">
                <a:solidFill>
                  <a:srgbClr val="64748B"/>
                </a:solidFill>
                <a:latin typeface="Segoe UI"/>
              </a:rPr>
              <a:t>hot · 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856232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1" i="0">
                <a:solidFill>
                  <a:srgbClr val="0F172A"/>
                </a:solidFill>
                <a:latin typeface="Consolas"/>
              </a:rPr>
              <a:t>notes/L0_*.md</a:t>
            </a:r>
            <a:r>
              <a:rPr sz="1050" b="0" i="0">
                <a:solidFill>
                  <a:srgbClr val="64748B"/>
                </a:solidFill>
                <a:latin typeface="Segoe UI"/>
              </a:rPr>
              <a:t>  git-ignored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93976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Ephemeral — triage or delete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331720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Raw tries, errors, hypotheses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671" y="1143000"/>
            <a:ext cx="2695879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463975" y="1271016"/>
            <a:ext cx="475488" cy="475488"/>
          </a:xfrm>
          <a:prstGeom prst="ellipse">
            <a:avLst/>
          </a:prstGeom>
          <a:solidFill>
            <a:srgbClr val="F3A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30903" y="1252728"/>
            <a:ext cx="1918639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>
                <a:solidFill>
                  <a:srgbClr val="B7791F"/>
                </a:solidFill>
                <a:latin typeface="Segoe UI"/>
              </a:rPr>
              <a:t>L1  </a:t>
            </a:r>
            <a:r>
              <a:rPr sz="1300" b="1" i="0">
                <a:solidFill>
                  <a:srgbClr val="0F172A"/>
                </a:solidFill>
                <a:latin typeface="Segoe UI"/>
              </a:rPr>
              <a:t>Task memory</a:t>
            </a:r>
          </a:p>
          <a:p>
            <a:r>
              <a:rPr sz="1000" b="0" i="0">
                <a:solidFill>
                  <a:srgbClr val="64748B"/>
                </a:solidFill>
                <a:latin typeface="Segoe UI"/>
              </a:rPr>
              <a:t>warm · working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8295" y="1856232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1" i="0">
                <a:solidFill>
                  <a:srgbClr val="0F172A"/>
                </a:solidFill>
                <a:latin typeface="Consolas"/>
              </a:rPr>
              <a:t>notes/L1_*.md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8295" y="2093976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Per task — cleaned at the 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295" y="2331720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Working signal for the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1143000"/>
            <a:ext cx="2695879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324447" y="1271016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91375" y="1252728"/>
            <a:ext cx="1918639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>
                <a:solidFill>
                  <a:srgbClr val="2A9D8F"/>
                </a:solidFill>
                <a:latin typeface="Segoe UI"/>
              </a:rPr>
              <a:t>L2  </a:t>
            </a:r>
            <a:r>
              <a:rPr sz="1300" b="1" i="0">
                <a:solidFill>
                  <a:srgbClr val="0F172A"/>
                </a:solidFill>
                <a:latin typeface="Segoe UI"/>
              </a:rPr>
              <a:t>Module memory</a:t>
            </a:r>
          </a:p>
          <a:p>
            <a:r>
              <a:rPr sz="1000" b="0" i="0">
                <a:solidFill>
                  <a:srgbClr val="64748B"/>
                </a:solidFill>
                <a:latin typeface="Segoe UI"/>
              </a:rPr>
              <a:t>cool · 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8767" y="1856232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1" i="0">
                <a:solidFill>
                  <a:srgbClr val="0F172A"/>
                </a:solidFill>
                <a:latin typeface="Consolas"/>
              </a:rPr>
              <a:t>L2_*.md</a:t>
            </a:r>
            <a:r>
              <a:rPr sz="1050" b="0" i="0">
                <a:solidFill>
                  <a:srgbClr val="64748B"/>
                </a:solidFill>
                <a:latin typeface="Segoe UI"/>
              </a:rPr>
              <a:t>  beside the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8767" y="2093976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Durable · module-scoped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8767" y="2331720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Lessons &amp; known failures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38615" y="1143000"/>
            <a:ext cx="2695879" cy="14630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84919" y="1271016"/>
            <a:ext cx="475488" cy="475488"/>
          </a:xfrm>
          <a:prstGeom prst="ellipse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51847" y="1252728"/>
            <a:ext cx="1918639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>
                <a:solidFill>
                  <a:srgbClr val="1D4E89"/>
                </a:solidFill>
                <a:latin typeface="Segoe UI"/>
              </a:rPr>
              <a:t>L3  </a:t>
            </a:r>
            <a:r>
              <a:rPr sz="1300" b="1" i="0">
                <a:solidFill>
                  <a:srgbClr val="0F172A"/>
                </a:solidFill>
                <a:latin typeface="Segoe UI"/>
              </a:rPr>
              <a:t>Global memory</a:t>
            </a:r>
          </a:p>
          <a:p>
            <a:r>
              <a:rPr sz="1000" b="0" i="0">
                <a:solidFill>
                  <a:srgbClr val="64748B"/>
                </a:solidFill>
                <a:latin typeface="Segoe UI"/>
              </a:rPr>
              <a:t>cold · curated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9239" y="1856232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1" i="0">
                <a:solidFill>
                  <a:srgbClr val="0F172A"/>
                </a:solidFill>
                <a:latin typeface="Consolas"/>
              </a:rPr>
              <a:t>docs/</a:t>
            </a:r>
            <a:r>
              <a:rPr sz="1050" b="0" i="0">
                <a:solidFill>
                  <a:srgbClr val="64748B"/>
                </a:solidFill>
                <a:latin typeface="Segoe UI"/>
              </a:rPr>
              <a:t>  Markdown or 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59239" y="2093976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Durable · cross-cutting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9239" y="2331720"/>
            <a:ext cx="2220391" cy="23774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50" b="0" i="0">
                <a:solidFill>
                  <a:srgbClr val="1E293B"/>
                </a:solidFill>
                <a:latin typeface="Segoe UI"/>
              </a:rPr>
              <a:t>Architecture &amp; decisions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743200"/>
            <a:ext cx="3649370" cy="21031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03503" y="2871215"/>
            <a:ext cx="475488" cy="475488"/>
          </a:xfrm>
          <a:prstGeom prst="ellipse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70432" y="2852928"/>
            <a:ext cx="2826410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 spc="80">
                <a:solidFill>
                  <a:srgbClr val="1D4E89"/>
                </a:solidFill>
                <a:latin typeface="Segoe UI"/>
              </a:rPr>
              <a:t>RECALL</a:t>
            </a:r>
          </a:p>
          <a:p>
            <a:r>
              <a:rPr sz="1000" b="0" i="1">
                <a:solidFill>
                  <a:srgbClr val="64748B"/>
                </a:solidFill>
                <a:latin typeface="Segoe UI"/>
              </a:rPr>
              <a:t>“What do we already know about X?”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38144"/>
            <a:ext cx="3283610" cy="1051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marL="164592" indent="-164592">
              <a:spcAft>
                <a:spcPts val="300"/>
              </a:spcAft>
              <a:buClr>
                <a:srgbClr val="1D4E89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Inventory chat → L0 → L1 → L2 → L3 → instructions → code</a:t>
            </a:r>
          </a:p>
          <a:p>
            <a:pPr marL="164592" indent="-164592">
              <a:spcAft>
                <a:spcPts val="300"/>
              </a:spcAft>
              <a:buClr>
                <a:srgbClr val="1D4E89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State unavailable sources and lower confidence</a:t>
            </a:r>
          </a:p>
          <a:p>
            <a:pPr marL="164592" indent="-164592">
              <a:spcAft>
                <a:spcPts val="300"/>
              </a:spcAft>
              <a:buClr>
                <a:srgbClr val="1D4E89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Briefing: facts vs. uncertainty, failed paths, conflicts &amp; drift, next 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498848"/>
            <a:ext cx="2011680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0" i="0">
                <a:solidFill>
                  <a:srgbClr val="64748B"/>
                </a:solidFill>
                <a:latin typeface="Consolas"/>
              </a:rPr>
              <a:t>/mem-recall &lt;topic&gt;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8122" y="449884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50" b="1" i="0">
                <a:solidFill>
                  <a:srgbClr val="1D4E89"/>
                </a:solidFill>
                <a:latin typeface="Segoe UI"/>
              </a:rPr>
              <a:t>read-only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1162" y="2743200"/>
            <a:ext cx="3649370" cy="21031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4417466" y="2871215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84394" y="2852928"/>
            <a:ext cx="2826410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 spc="80">
                <a:solidFill>
                  <a:srgbClr val="E4572E"/>
                </a:solidFill>
                <a:latin typeface="Segoe UI"/>
              </a:rPr>
              <a:t>CAPTURE</a:t>
            </a:r>
          </a:p>
          <a:p>
            <a:r>
              <a:rPr sz="1000" b="0" i="1">
                <a:solidFill>
                  <a:srgbClr val="64748B"/>
                </a:solidFill>
                <a:latin typeface="Segoe UI"/>
              </a:rPr>
              <a:t>“Save the context before we reset.”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4042" y="3438144"/>
            <a:ext cx="3283610" cy="1051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marL="164592" indent="-164592">
              <a:spcAft>
                <a:spcPts val="300"/>
              </a:spcAft>
              <a:buClr>
                <a:srgbClr val="E4572E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Append — never overwrite — to notes/L0_&lt;topic&gt;.md</a:t>
            </a:r>
          </a:p>
          <a:p>
            <a:pPr marL="164592" indent="-164592">
              <a:spcAft>
                <a:spcPts val="300"/>
              </a:spcAft>
              <a:buClr>
                <a:srgbClr val="E4572E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Checkpoint: state · actions · observations · hypotheses · next steps · raw snippets</a:t>
            </a:r>
          </a:p>
          <a:p>
            <a:pPr marL="164592" indent="-164592">
              <a:spcAft>
                <a:spcPts val="300"/>
              </a:spcAft>
              <a:buClr>
                <a:srgbClr val="E4572E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No analysis · keep contradictions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54042" y="4498848"/>
            <a:ext cx="2011680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0" i="0">
                <a:solidFill>
                  <a:srgbClr val="64748B"/>
                </a:solidFill>
                <a:latin typeface="Consolas"/>
              </a:rPr>
              <a:t>/mem-capture &lt;topic&gt;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22084" y="449884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50" b="1" i="0">
                <a:solidFill>
                  <a:srgbClr val="E4572E"/>
                </a:solidFill>
                <a:latin typeface="Segoe UI"/>
              </a:rPr>
              <a:t>appends L0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85124" y="2743200"/>
            <a:ext cx="3649370" cy="21031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31428" y="2871215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798356" y="2852928"/>
            <a:ext cx="2826410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300" b="1" i="0" spc="80">
                <a:solidFill>
                  <a:srgbClr val="2A9D8F"/>
                </a:solidFill>
                <a:latin typeface="Segoe UI"/>
              </a:rPr>
              <a:t>CURATE</a:t>
            </a:r>
          </a:p>
          <a:p>
            <a:r>
              <a:rPr sz="1000" b="0" i="1">
                <a:solidFill>
                  <a:srgbClr val="64748B"/>
                </a:solidFill>
                <a:latin typeface="Segoe UI"/>
              </a:rPr>
              <a:t>“Clean up and promote the useful notes.”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8004" y="3438144"/>
            <a:ext cx="3283610" cy="1051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marL="164592" indent="-164592">
              <a:spcAft>
                <a:spcPts val="300"/>
              </a:spcAft>
              <a:buClr>
                <a:srgbClr val="2A9D8F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Detect drift, duplication, stale notes, noise, missing anti-patterns</a:t>
            </a:r>
          </a:p>
          <a:p>
            <a:pPr marL="164592" indent="-164592">
              <a:spcAft>
                <a:spcPts val="300"/>
              </a:spcAft>
              <a:buClr>
                <a:srgbClr val="2A9D8F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Plan per file: level · action · reason · benefit · risk</a:t>
            </a:r>
          </a:p>
          <a:p>
            <a:pPr marL="164592" indent="-164592">
              <a:spcAft>
                <a:spcPts val="300"/>
              </a:spcAft>
              <a:buClr>
                <a:srgbClr val="2A9D8F"/>
              </a:buClr>
              <a:buFont typeface="Arial"/>
              <a:buChar char="•"/>
            </a:pPr>
            <a:r>
              <a:rPr sz="1050" b="0" i="0">
                <a:solidFill>
                  <a:srgbClr val="1E293B"/>
                </a:solidFill>
                <a:latin typeface="Segoe UI"/>
              </a:rPr>
              <a:t>STOP for approval → run the approved subset → report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8004" y="4498848"/>
            <a:ext cx="2011680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000" b="0" i="0">
                <a:solidFill>
                  <a:srgbClr val="64748B"/>
                </a:solidFill>
                <a:latin typeface="Consolas"/>
              </a:rPr>
              <a:t>/mem-curate &lt;scope&gt;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36047" y="449884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50" b="1" i="0">
                <a:solidFill>
                  <a:srgbClr val="2A9D8F"/>
                </a:solidFill>
                <a:latin typeface="Segoe UI"/>
              </a:rPr>
              <a:t>after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983480"/>
            <a:ext cx="2695879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14400" y="5056632"/>
            <a:ext cx="2147239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200" b="1" i="0">
                <a:solidFill>
                  <a:srgbClr val="0F172A"/>
                </a:solidFill>
                <a:latin typeface="Segoe UI"/>
              </a:rPr>
              <a:t>Promote only when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394960"/>
            <a:ext cx="2330119" cy="86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marL="164592" indent="-164592">
              <a:buClr>
                <a:srgbClr val="2A9D8F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validated by usage or code</a:t>
            </a:r>
          </a:p>
          <a:p>
            <a:pPr marL="164592" indent="-164592">
              <a:buClr>
                <a:srgbClr val="2A9D8F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reusable beyond one case</a:t>
            </a:r>
          </a:p>
          <a:p>
            <a:pPr marL="164592" indent="-164592">
              <a:buClr>
                <a:srgbClr val="2A9D8F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stable across resets</a:t>
            </a:r>
          </a:p>
          <a:p>
            <a:pPr marL="164592" indent="-164592">
              <a:buClr>
                <a:srgbClr val="2A9D8F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not contradicted from above</a:t>
            </a:r>
          </a:p>
          <a:p>
            <a:pPr>
              <a:spcBef>
                <a:spcPts val="300"/>
              </a:spcBef>
            </a:pPr>
            <a:r>
              <a:rPr sz="950" b="0" i="0">
                <a:solidFill>
                  <a:srgbClr val="64748B"/>
                </a:solidFill>
                <a:latin typeface="Consolas"/>
              </a:rPr>
              <a:t>task→L1 · module→L2 · project→L3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7671" y="4983480"/>
            <a:ext cx="2695879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74871" y="5056632"/>
            <a:ext cx="2147239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200" b="1" i="0">
                <a:solidFill>
                  <a:srgbClr val="0F172A"/>
                </a:solidFill>
                <a:latin typeface="Segoe UI"/>
              </a:rPr>
              <a:t>Authority on conflict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00551" y="5394960"/>
            <a:ext cx="2330119" cy="86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1D4E89"/>
                </a:solidFill>
                <a:latin typeface="Segoe UI"/>
              </a:rPr>
              <a:t>L3</a:t>
            </a:r>
            <a:r>
              <a:rPr sz="1300" b="1" i="0">
                <a:solidFill>
                  <a:srgbClr val="64748B"/>
                </a:solidFill>
                <a:latin typeface="Segoe UI"/>
              </a:rPr>
              <a:t> &gt; </a:t>
            </a:r>
            <a:r>
              <a:rPr sz="1300" b="1" i="0">
                <a:solidFill>
                  <a:srgbClr val="2A9D8F"/>
                </a:solidFill>
                <a:latin typeface="Segoe UI"/>
              </a:rPr>
              <a:t>L2</a:t>
            </a:r>
            <a:r>
              <a:rPr sz="1300" b="1" i="0">
                <a:solidFill>
                  <a:srgbClr val="64748B"/>
                </a:solidFill>
                <a:latin typeface="Segoe UI"/>
              </a:rPr>
              <a:t> &gt; </a:t>
            </a:r>
            <a:r>
              <a:rPr sz="1300" b="1" i="0">
                <a:solidFill>
                  <a:srgbClr val="B7791F"/>
                </a:solidFill>
                <a:latin typeface="Segoe UI"/>
              </a:rPr>
              <a:t>L1</a:t>
            </a:r>
            <a:r>
              <a:rPr sz="1300" b="1" i="0">
                <a:solidFill>
                  <a:srgbClr val="64748B"/>
                </a:solidFill>
                <a:latin typeface="Segoe UI"/>
              </a:rPr>
              <a:t> &gt; </a:t>
            </a:r>
            <a:r>
              <a:rPr sz="1300" b="1" i="0">
                <a:solidFill>
                  <a:srgbClr val="E4572E"/>
                </a:solidFill>
                <a:latin typeface="Segoe UI"/>
              </a:rPr>
              <a:t>L0</a:t>
            </a:r>
            <a:r>
              <a:rPr sz="1300" b="1" i="0">
                <a:solidFill>
                  <a:srgbClr val="64748B"/>
                </a:solidFill>
                <a:latin typeface="Segoe UI"/>
              </a:rPr>
              <a:t> &gt; </a:t>
            </a:r>
            <a:r>
              <a:rPr sz="1300" b="1" i="0">
                <a:solidFill>
                  <a:srgbClr val="475569"/>
                </a:solidFill>
                <a:latin typeface="Segoe UI"/>
              </a:rPr>
              <a:t>Chat</a:t>
            </a:r>
          </a:p>
          <a:p>
            <a:pPr marL="164592" indent="-164592">
              <a:buClr>
                <a:srgbClr val="1D4E89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Chat is never authoritative</a:t>
            </a:r>
          </a:p>
          <a:p>
            <a:pPr marL="164592" indent="-164592">
              <a:buClr>
                <a:srgbClr val="1D4E89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Code beats docs — then fix the docs</a:t>
            </a:r>
          </a:p>
          <a:p>
            <a:pPr marL="164592" indent="-164592">
              <a:buClr>
                <a:srgbClr val="1D4E89"/>
              </a:buClr>
              <a:buFont typeface="Arial"/>
              <a:buChar char="•"/>
            </a:pPr>
            <a:r>
              <a:rPr sz="1000" b="0" i="0">
                <a:solidFill>
                  <a:srgbClr val="1E293B"/>
                </a:solidFill>
                <a:latin typeface="Segoe UI"/>
              </a:rPr>
              <a:t>Lower never overwrites higher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8143" y="4983480"/>
            <a:ext cx="2695879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35343" y="5056632"/>
            <a:ext cx="2147239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200" b="1" i="0">
                <a:solidFill>
                  <a:srgbClr val="0F172A"/>
                </a:solidFill>
                <a:latin typeface="Segoe UI"/>
              </a:rPr>
              <a:t>Cleanup over accumulation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61023" y="5394960"/>
            <a:ext cx="2330119" cy="86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900" b="1" i="0">
                <a:solidFill>
                  <a:srgbClr val="E4572E"/>
                </a:solidFill>
                <a:latin typeface="Consolas"/>
              </a:rPr>
              <a:t>keep · merge · summarize · promote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E4572E"/>
                </a:solidFill>
                <a:latin typeface="Consolas"/>
              </a:rPr>
              <a:t>archive · delete · reset</a:t>
            </a:r>
          </a:p>
          <a:p>
            <a:r>
              <a:rPr sz="1000" b="0" i="0">
                <a:solidFill>
                  <a:srgbClr val="1E293B"/>
                </a:solidFill>
                <a:latin typeface="Segoe UI"/>
              </a:rPr>
              <a:t>Never silently delete anti-patterns — relocate them to L2/L3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38615" y="4983480"/>
            <a:ext cx="2695879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495815" y="5056632"/>
            <a:ext cx="2147239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r>
              <a:rPr sz="1200" b="1" i="0">
                <a:solidFill>
                  <a:srgbClr val="0F172A"/>
                </a:solidFill>
                <a:latin typeface="Segoe UI"/>
              </a:rPr>
              <a:t>Install in ~1 minute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21495" y="5394960"/>
            <a:ext cx="2330119" cy="86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marL="182880" indent="-182880"/>
            <a:r>
              <a:rPr sz="1000" b="1" i="0">
                <a:solidFill>
                  <a:srgbClr val="1E293B"/>
                </a:solidFill>
                <a:latin typeface="Segoe UI"/>
              </a:rPr>
              <a:t>1	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Copy </a:t>
            </a:r>
            <a:r>
              <a:rPr sz="950" b="0" i="0">
                <a:solidFill>
                  <a:srgbClr val="0F172A"/>
                </a:solidFill>
                <a:latin typeface="Consolas"/>
              </a:rPr>
              <a:t>memory-kit/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 into the repo</a:t>
            </a:r>
          </a:p>
          <a:p>
            <a:pPr marL="182880" indent="-182880">
              <a:spcBef>
                <a:spcPts val="200"/>
              </a:spcBef>
            </a:pPr>
            <a:r>
              <a:rPr sz="1000" b="1" i="0">
                <a:solidFill>
                  <a:srgbClr val="1E293B"/>
                </a:solidFill>
                <a:latin typeface="Segoe UI"/>
              </a:rPr>
              <a:t>2	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Point </a:t>
            </a:r>
            <a:r>
              <a:rPr sz="950" b="0" i="0">
                <a:solidFill>
                  <a:srgbClr val="0F172A"/>
                </a:solidFill>
                <a:latin typeface="Consolas"/>
              </a:rPr>
              <a:t>AGENTS.md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 / </a:t>
            </a:r>
            <a:r>
              <a:rPr sz="950" b="0" i="0">
                <a:solidFill>
                  <a:srgbClr val="0F172A"/>
                </a:solidFill>
                <a:latin typeface="Consolas"/>
              </a:rPr>
              <a:t>CLAUDE.md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 to </a:t>
            </a:r>
            <a:r>
              <a:rPr sz="950" b="0" i="0">
                <a:solidFill>
                  <a:srgbClr val="0F172A"/>
                </a:solidFill>
                <a:latin typeface="Consolas"/>
              </a:rPr>
              <a:t>MEMORY.md</a:t>
            </a:r>
          </a:p>
          <a:p>
            <a:pPr marL="182880" indent="-182880">
              <a:spcBef>
                <a:spcPts val="200"/>
              </a:spcBef>
            </a:pPr>
            <a:r>
              <a:rPr sz="1000" b="1" i="0">
                <a:solidFill>
                  <a:srgbClr val="1E293B"/>
                </a:solidFill>
                <a:latin typeface="Segoe UI"/>
              </a:rPr>
              <a:t>3	</a:t>
            </a:r>
            <a:r>
              <a:rPr sz="1000" b="0" i="0">
                <a:solidFill>
                  <a:srgbClr val="1E293B"/>
                </a:solidFill>
                <a:latin typeface="Segoe UI"/>
              </a:rPr>
              <a:t>Set 2 dirs; git-ignore </a:t>
            </a:r>
            <a:r>
              <a:rPr sz="950" b="0" i="0">
                <a:solidFill>
                  <a:srgbClr val="0F172A"/>
                </a:solidFill>
                <a:latin typeface="Consolas"/>
              </a:rPr>
              <a:t>L0_*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r>
              <a:rPr sz="1000" b="0" i="0">
                <a:solidFill>
                  <a:srgbClr val="64748B"/>
                </a:solidFill>
                <a:latin typeface="Segoe UI"/>
              </a:rPr>
              <a:t>memory-kit  ·  reference for Q&amp;A</a:t>
            </a:r>
          </a:p>
        </p:txBody>
      </p:sp>
      <p:pic>
        <p:nvPicPr>
          <p:cNvPr id="65" name="icon notebook-pen" descr="notebook pen icon">
            <a:extLst>
              <a:ext uri="{FF2B5EF4-FFF2-40B4-BE49-F238E27FC236}">
                <a16:creationId xmlns:a16="http://schemas.microsoft.com/office/drawing/2014/main" id="{3DBBB61C-FB5F-6E26-2331-C9E0A89DB26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1380744"/>
            <a:ext cx="256032" cy="256032"/>
          </a:xfrm>
          <a:prstGeom prst="rect">
            <a:avLst/>
          </a:prstGeom>
        </p:spPr>
      </p:pic>
      <p:pic>
        <p:nvPicPr>
          <p:cNvPr id="67" name="icon folder-open" descr="folder open icon">
            <a:extLst>
              <a:ext uri="{FF2B5EF4-FFF2-40B4-BE49-F238E27FC236}">
                <a16:creationId xmlns:a16="http://schemas.microsoft.com/office/drawing/2014/main" id="{BDD98062-0A7F-C521-FADE-C64564F1BB0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" y="1892808"/>
            <a:ext cx="164592" cy="164592"/>
          </a:xfrm>
          <a:prstGeom prst="rect">
            <a:avLst/>
          </a:prstGeom>
        </p:spPr>
      </p:pic>
      <p:pic>
        <p:nvPicPr>
          <p:cNvPr id="69" name="icon hourglass" descr="hourglass icon">
            <a:extLst>
              <a:ext uri="{FF2B5EF4-FFF2-40B4-BE49-F238E27FC236}">
                <a16:creationId xmlns:a16="http://schemas.microsoft.com/office/drawing/2014/main" id="{98CC4752-ACAB-28E3-8B1E-DC2FF024FF2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9224" y="2130552"/>
            <a:ext cx="164592" cy="164592"/>
          </a:xfrm>
          <a:prstGeom prst="rect">
            <a:avLst/>
          </a:prstGeom>
        </p:spPr>
      </p:pic>
      <p:pic>
        <p:nvPicPr>
          <p:cNvPr id="71" name="icon file-text" descr="file text icon">
            <a:extLst>
              <a:ext uri="{FF2B5EF4-FFF2-40B4-BE49-F238E27FC236}">
                <a16:creationId xmlns:a16="http://schemas.microsoft.com/office/drawing/2014/main" id="{BAD39808-D7D3-D784-12F3-F6C0D3DB6B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224" y="2368296"/>
            <a:ext cx="164592" cy="164592"/>
          </a:xfrm>
          <a:prstGeom prst="rect">
            <a:avLst/>
          </a:prstGeom>
        </p:spPr>
      </p:pic>
      <p:pic>
        <p:nvPicPr>
          <p:cNvPr id="73" name="icon list-checks" descr="list checks icon">
            <a:extLst>
              <a:ext uri="{FF2B5EF4-FFF2-40B4-BE49-F238E27FC236}">
                <a16:creationId xmlns:a16="http://schemas.microsoft.com/office/drawing/2014/main" id="{6174F31A-96F8-2F34-4FC3-F04B217359F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73704" y="1380744"/>
            <a:ext cx="256032" cy="256032"/>
          </a:xfrm>
          <a:prstGeom prst="rect">
            <a:avLst/>
          </a:prstGeom>
        </p:spPr>
      </p:pic>
      <p:pic>
        <p:nvPicPr>
          <p:cNvPr id="75" name="icon folder-open" descr="folder open icon">
            <a:extLst>
              <a:ext uri="{FF2B5EF4-FFF2-40B4-BE49-F238E27FC236}">
                <a16:creationId xmlns:a16="http://schemas.microsoft.com/office/drawing/2014/main" id="{3079C87A-EBF5-0B15-DE98-0424C98D3C2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696" y="1892808"/>
            <a:ext cx="164592" cy="164592"/>
          </a:xfrm>
          <a:prstGeom prst="rect">
            <a:avLst/>
          </a:prstGeom>
        </p:spPr>
      </p:pic>
      <p:pic>
        <p:nvPicPr>
          <p:cNvPr id="77" name="icon hourglass" descr="hourglass icon">
            <a:extLst>
              <a:ext uri="{FF2B5EF4-FFF2-40B4-BE49-F238E27FC236}">
                <a16:creationId xmlns:a16="http://schemas.microsoft.com/office/drawing/2014/main" id="{F81B3C03-A853-A2A3-2A38-7887C0A478A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9696" y="2130552"/>
            <a:ext cx="164592" cy="164592"/>
          </a:xfrm>
          <a:prstGeom prst="rect">
            <a:avLst/>
          </a:prstGeom>
        </p:spPr>
      </p:pic>
      <p:pic>
        <p:nvPicPr>
          <p:cNvPr id="79" name="icon file-text" descr="file text icon">
            <a:extLst>
              <a:ext uri="{FF2B5EF4-FFF2-40B4-BE49-F238E27FC236}">
                <a16:creationId xmlns:a16="http://schemas.microsoft.com/office/drawing/2014/main" id="{8C858FA8-32E6-B0ED-A8A5-01260C9D17A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09696" y="2368296"/>
            <a:ext cx="164592" cy="164592"/>
          </a:xfrm>
          <a:prstGeom prst="rect">
            <a:avLst/>
          </a:prstGeom>
        </p:spPr>
      </p:pic>
      <p:pic>
        <p:nvPicPr>
          <p:cNvPr id="81" name="icon boxes" descr="boxes icon">
            <a:extLst>
              <a:ext uri="{FF2B5EF4-FFF2-40B4-BE49-F238E27FC236}">
                <a16:creationId xmlns:a16="http://schemas.microsoft.com/office/drawing/2014/main" id="{0803EF81-3629-4722-1879-4FE6F8D5D9A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4175" y="1380744"/>
            <a:ext cx="256032" cy="256032"/>
          </a:xfrm>
          <a:prstGeom prst="rect">
            <a:avLst/>
          </a:prstGeom>
        </p:spPr>
      </p:pic>
      <p:pic>
        <p:nvPicPr>
          <p:cNvPr id="83" name="icon folder-open" descr="folder open icon">
            <a:extLst>
              <a:ext uri="{FF2B5EF4-FFF2-40B4-BE49-F238E27FC236}">
                <a16:creationId xmlns:a16="http://schemas.microsoft.com/office/drawing/2014/main" id="{7E60D535-1206-EFB2-B6BC-881D27D862B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0168" y="1892808"/>
            <a:ext cx="164592" cy="164592"/>
          </a:xfrm>
          <a:prstGeom prst="rect">
            <a:avLst/>
          </a:prstGeom>
        </p:spPr>
      </p:pic>
      <p:pic>
        <p:nvPicPr>
          <p:cNvPr id="85" name="icon hourglass" descr="hourglass icon">
            <a:extLst>
              <a:ext uri="{FF2B5EF4-FFF2-40B4-BE49-F238E27FC236}">
                <a16:creationId xmlns:a16="http://schemas.microsoft.com/office/drawing/2014/main" id="{CE82C90A-835D-9F37-0058-96970C2777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70168" y="2130552"/>
            <a:ext cx="164592" cy="164592"/>
          </a:xfrm>
          <a:prstGeom prst="rect">
            <a:avLst/>
          </a:prstGeom>
        </p:spPr>
      </p:pic>
      <p:pic>
        <p:nvPicPr>
          <p:cNvPr id="87" name="icon file-text" descr="file text icon">
            <a:extLst>
              <a:ext uri="{FF2B5EF4-FFF2-40B4-BE49-F238E27FC236}">
                <a16:creationId xmlns:a16="http://schemas.microsoft.com/office/drawing/2014/main" id="{1246FACE-805A-92B2-34F6-0F42105757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0168" y="2368296"/>
            <a:ext cx="164592" cy="164592"/>
          </a:xfrm>
          <a:prstGeom prst="rect">
            <a:avLst/>
          </a:prstGeom>
        </p:spPr>
      </p:pic>
      <p:pic>
        <p:nvPicPr>
          <p:cNvPr id="89" name="icon book-open" descr="book open icon">
            <a:extLst>
              <a:ext uri="{FF2B5EF4-FFF2-40B4-BE49-F238E27FC236}">
                <a16:creationId xmlns:a16="http://schemas.microsoft.com/office/drawing/2014/main" id="{35235251-D0AB-03AD-2BE8-3625BD1FE6F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94647" y="1380744"/>
            <a:ext cx="256032" cy="256032"/>
          </a:xfrm>
          <a:prstGeom prst="rect">
            <a:avLst/>
          </a:prstGeom>
        </p:spPr>
      </p:pic>
      <p:pic>
        <p:nvPicPr>
          <p:cNvPr id="91" name="icon folder-open" descr="folder open icon">
            <a:extLst>
              <a:ext uri="{FF2B5EF4-FFF2-40B4-BE49-F238E27FC236}">
                <a16:creationId xmlns:a16="http://schemas.microsoft.com/office/drawing/2014/main" id="{E0A1C567-D3D6-BBFD-72BC-14DC671706F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0640" y="1892808"/>
            <a:ext cx="164592" cy="164592"/>
          </a:xfrm>
          <a:prstGeom prst="rect">
            <a:avLst/>
          </a:prstGeom>
        </p:spPr>
      </p:pic>
      <p:pic>
        <p:nvPicPr>
          <p:cNvPr id="93" name="icon hourglass" descr="hourglass icon">
            <a:extLst>
              <a:ext uri="{FF2B5EF4-FFF2-40B4-BE49-F238E27FC236}">
                <a16:creationId xmlns:a16="http://schemas.microsoft.com/office/drawing/2014/main" id="{DF39D3D1-B8C0-019A-799E-964BDAE44D3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0640" y="2130552"/>
            <a:ext cx="164592" cy="164592"/>
          </a:xfrm>
          <a:prstGeom prst="rect">
            <a:avLst/>
          </a:prstGeom>
        </p:spPr>
      </p:pic>
      <p:pic>
        <p:nvPicPr>
          <p:cNvPr id="95" name="icon file-text" descr="file text icon">
            <a:extLst>
              <a:ext uri="{FF2B5EF4-FFF2-40B4-BE49-F238E27FC236}">
                <a16:creationId xmlns:a16="http://schemas.microsoft.com/office/drawing/2014/main" id="{D9D5A74B-32D2-AD53-D4F5-C96259D19BA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0640" y="2368296"/>
            <a:ext cx="164592" cy="164592"/>
          </a:xfrm>
          <a:prstGeom prst="rect">
            <a:avLst/>
          </a:prstGeom>
        </p:spPr>
      </p:pic>
      <p:pic>
        <p:nvPicPr>
          <p:cNvPr id="97" name="icon search" descr="search icon">
            <a:extLst>
              <a:ext uri="{FF2B5EF4-FFF2-40B4-BE49-F238E27FC236}">
                <a16:creationId xmlns:a16="http://schemas.microsoft.com/office/drawing/2014/main" id="{EC38854F-4B72-6436-B7BE-75C71D6E3D4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3232" y="2980944"/>
            <a:ext cx="256032" cy="256032"/>
          </a:xfrm>
          <a:prstGeom prst="rect">
            <a:avLst/>
          </a:prstGeom>
        </p:spPr>
      </p:pic>
      <p:pic>
        <p:nvPicPr>
          <p:cNvPr id="99" name="icon camera" descr="camera icon">
            <a:extLst>
              <a:ext uri="{FF2B5EF4-FFF2-40B4-BE49-F238E27FC236}">
                <a16:creationId xmlns:a16="http://schemas.microsoft.com/office/drawing/2014/main" id="{466B512C-A6A5-51D2-E960-715319751E6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7194" y="2980944"/>
            <a:ext cx="256032" cy="256032"/>
          </a:xfrm>
          <a:prstGeom prst="rect">
            <a:avLst/>
          </a:prstGeom>
        </p:spPr>
      </p:pic>
      <p:pic>
        <p:nvPicPr>
          <p:cNvPr id="101" name="icon sparkles" descr="sparkles icon">
            <a:extLst>
              <a:ext uri="{FF2B5EF4-FFF2-40B4-BE49-F238E27FC236}">
                <a16:creationId xmlns:a16="http://schemas.microsoft.com/office/drawing/2014/main" id="{8629DDD6-8B41-42C5-C4A2-68EE78608AC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41157" y="2980944"/>
            <a:ext cx="256032" cy="256032"/>
          </a:xfrm>
          <a:prstGeom prst="rect">
            <a:avLst/>
          </a:prstGeom>
        </p:spPr>
      </p:pic>
      <p:pic>
        <p:nvPicPr>
          <p:cNvPr id="103" name="icon trending-up" descr="trending up icon">
            <a:extLst>
              <a:ext uri="{FF2B5EF4-FFF2-40B4-BE49-F238E27FC236}">
                <a16:creationId xmlns:a16="http://schemas.microsoft.com/office/drawing/2014/main" id="{C70AECB7-F5CE-3D30-C4F3-51B7853DAC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080" y="5102352"/>
            <a:ext cx="219456" cy="219456"/>
          </a:xfrm>
          <a:prstGeom prst="rect">
            <a:avLst/>
          </a:prstGeom>
        </p:spPr>
      </p:pic>
      <p:pic>
        <p:nvPicPr>
          <p:cNvPr id="105" name="icon scale" descr="scale icon">
            <a:extLst>
              <a:ext uri="{FF2B5EF4-FFF2-40B4-BE49-F238E27FC236}">
                <a16:creationId xmlns:a16="http://schemas.microsoft.com/office/drawing/2014/main" id="{3A89CF81-D623-57B0-95CB-6F6500A7D91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500552" y="5102352"/>
            <a:ext cx="219456" cy="219456"/>
          </a:xfrm>
          <a:prstGeom prst="rect">
            <a:avLst/>
          </a:prstGeom>
        </p:spPr>
      </p:pic>
      <p:pic>
        <p:nvPicPr>
          <p:cNvPr id="107" name="icon trash-2" descr="trash 2 icon">
            <a:extLst>
              <a:ext uri="{FF2B5EF4-FFF2-40B4-BE49-F238E27FC236}">
                <a16:creationId xmlns:a16="http://schemas.microsoft.com/office/drawing/2014/main" id="{FC9CE735-0D0B-E538-107C-417B6E57E14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61024" y="5102352"/>
            <a:ext cx="219456" cy="219456"/>
          </a:xfrm>
          <a:prstGeom prst="rect">
            <a:avLst/>
          </a:prstGeom>
        </p:spPr>
      </p:pic>
      <p:pic>
        <p:nvPicPr>
          <p:cNvPr id="109" name="icon rocket" descr="rocket icon">
            <a:extLst>
              <a:ext uri="{FF2B5EF4-FFF2-40B4-BE49-F238E27FC236}">
                <a16:creationId xmlns:a16="http://schemas.microsoft.com/office/drawing/2014/main" id="{C7951127-6BF8-AE4A-1E3C-B7A72D9DD7D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21495" y="5102352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d526602-58c8-494f-8a3d-4d906671215d}" enabled="1" method="Standard" siteId="{8b87af7d-8647-4dc7-8df4-5f69a2011bb5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1083</Words>
  <Application>Microsoft Office PowerPoint</Application>
  <PresentationFormat>Panorámica</PresentationFormat>
  <Paragraphs>122</Paragraphs>
  <Slides>2</Slides>
  <Notes>2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Consolas</vt:lpstr>
      <vt:lpstr>Segoe UI</vt:lpstr>
      <vt:lpstr>Office Theme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memory-kit — Knowledge management when coding with agents</dc:title>
  <dc:subject/>
  <dc:creator/>
  <cp:keywords/>
  <dc:description>generated using python-pptx</dc:description>
  <cp:lastModifiedBy>OLIVEIRA MARTINEZ Jose Vicente</cp:lastModifiedBy>
  <cp:revision>1</cp:revision>
  <dcterms:created xsi:type="dcterms:W3CDTF">2013-01-27T09:14:16Z</dcterms:created>
  <dcterms:modified xsi:type="dcterms:W3CDTF">2026-10-05T13:56:55Z</dcterms:modified>
  <cp:category/>
</cp:coreProperties>
</file>